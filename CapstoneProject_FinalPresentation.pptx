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3" r:id="rId4"/>
    <p:sldId id="267" r:id="rId5"/>
    <p:sldId id="258" r:id="rId6"/>
    <p:sldId id="270" r:id="rId7"/>
    <p:sldId id="259" r:id="rId8"/>
    <p:sldId id="260" r:id="rId9"/>
    <p:sldId id="261" r:id="rId10"/>
    <p:sldId id="272" r:id="rId11"/>
    <p:sldId id="274" r:id="rId12"/>
    <p:sldId id="271" r:id="rId13"/>
    <p:sldId id="275" r:id="rId14"/>
    <p:sldId id="276" r:id="rId15"/>
    <p:sldId id="282" r:id="rId16"/>
    <p:sldId id="277" r:id="rId17"/>
    <p:sldId id="280" r:id="rId18"/>
    <p:sldId id="279" r:id="rId19"/>
    <p:sldId id="278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5295"/>
    <a:srgbClr val="7267A2"/>
    <a:srgbClr val="A7C374"/>
    <a:srgbClr val="6985BF"/>
    <a:srgbClr val="8EAE54"/>
    <a:srgbClr val="80B4B5"/>
    <a:srgbClr val="61A6A2"/>
    <a:srgbClr val="E1B7B1"/>
    <a:srgbClr val="C87777"/>
    <a:srgbClr val="9AB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9BA402-C1A1-4279-9386-7399EC4EAF6E}" v="3" dt="2025-06-16T07:39:05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5" creationId="{3E54B941-70D4-D1CE-3717-B56A9E2C98C7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1" creationId="{1C31364C-F65D-30BE-4349-A938387ABDF2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3" creationId="{51F3A725-4A64-7B50-BB02-2F67999019BE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56.552" v="1417" actId="208"/>
          <ac:spMkLst>
            <pc:docMk/>
            <pc:sldMk cId="3654312689" sldId="274"/>
            <ac:spMk id="26" creationId="{66136C13-3D7C-7648-95CA-4B6906DD96B8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  <pc:spChg chg="add mod">
          <ac:chgData name="Kevin Hartman" userId="801a5cf5c13d3b0a" providerId="LiveId" clId="{ADAA8B95-80A1-40DA-A1F8-147AEF01E009}" dt="2025-06-04T16:00:48.949" v="77" actId="14100"/>
          <ac:spMkLst>
            <pc:docMk/>
            <pc:sldMk cId="2836899269" sldId="256"/>
            <ac:spMk id="2" creationId="{30E07E3E-2389-1A7C-05A2-62A973D1DA83}"/>
          </ac:spMkLst>
        </pc:spChg>
        <pc:spChg chg="add mod">
          <ac:chgData name="Kevin Hartman" userId="801a5cf5c13d3b0a" providerId="LiveId" clId="{ADAA8B95-80A1-40DA-A1F8-147AEF01E009}" dt="2025-06-04T16:00:37.917" v="70" actId="1076"/>
          <ac:spMkLst>
            <pc:docMk/>
            <pc:sldMk cId="2836899269" sldId="256"/>
            <ac:spMk id="3" creationId="{B5FAC32A-75AC-138A-0984-C81CC4D25332}"/>
          </ac:spMkLst>
        </pc:spChg>
        <pc:spChg chg="add mod">
          <ac:chgData name="Kevin Hartman" userId="801a5cf5c13d3b0a" providerId="LiveId" clId="{ADAA8B95-80A1-40DA-A1F8-147AEF01E009}" dt="2025-06-04T16:00:01.841" v="57" actId="255"/>
          <ac:spMkLst>
            <pc:docMk/>
            <pc:sldMk cId="2836899269" sldId="256"/>
            <ac:spMk id="4" creationId="{6D55E9F4-FE04-C3B5-C07E-E597464BB976}"/>
          </ac:spMkLst>
        </pc:spChg>
        <pc:spChg chg="add mod">
          <ac:chgData name="Kevin Hartman" userId="801a5cf5c13d3b0a" providerId="LiveId" clId="{ADAA8B95-80A1-40DA-A1F8-147AEF01E009}" dt="2025-06-04T16:01:12.383" v="78" actId="2711"/>
          <ac:spMkLst>
            <pc:docMk/>
            <pc:sldMk cId="2836899269" sldId="256"/>
            <ac:spMk id="5" creationId="{AC062CC0-7665-03F8-A4C9-64669ED57671}"/>
          </ac:spMkLst>
        </pc:spChg>
        <pc:spChg chg="add mod">
          <ac:chgData name="Kevin Hartman" userId="801a5cf5c13d3b0a" providerId="LiveId" clId="{ADAA8B95-80A1-40DA-A1F8-147AEF01E009}" dt="2025-06-04T16:01:47.451" v="81" actId="2711"/>
          <ac:spMkLst>
            <pc:docMk/>
            <pc:sldMk cId="2836899269" sldId="256"/>
            <ac:spMk id="6" creationId="{440606B5-FFB8-5E81-3724-649E8155CB20}"/>
          </ac:spMkLst>
        </pc:spChg>
        <pc:spChg chg="add mod">
          <ac:chgData name="Kevin Hartman" userId="801a5cf5c13d3b0a" providerId="LiveId" clId="{ADAA8B95-80A1-40DA-A1F8-147AEF01E009}" dt="2025-06-04T16:02:25.721" v="86" actId="2711"/>
          <ac:spMkLst>
            <pc:docMk/>
            <pc:sldMk cId="2836899269" sldId="256"/>
            <ac:spMk id="7" creationId="{FEA9C006-8C65-9EEF-F18A-16CBD7B82469}"/>
          </ac:spMkLst>
        </pc:spChg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  <pc:spChg chg="add mod">
          <ac:chgData name="Kevin Hartman" userId="801a5cf5c13d3b0a" providerId="LiveId" clId="{ADAA8B95-80A1-40DA-A1F8-147AEF01E009}" dt="2025-06-04T16:50:28.047" v="270" actId="2711"/>
          <ac:spMkLst>
            <pc:docMk/>
            <pc:sldMk cId="1643268520" sldId="260"/>
            <ac:spMk id="4" creationId="{6CE9D511-9C03-2D60-DBFE-F6F36795CAE7}"/>
          </ac:spMkLst>
        </pc:spChg>
        <pc:spChg chg="add mod">
          <ac:chgData name="Kevin Hartman" userId="801a5cf5c13d3b0a" providerId="LiveId" clId="{ADAA8B95-80A1-40DA-A1F8-147AEF01E009}" dt="2025-06-04T17:00:05.178" v="466" actId="164"/>
          <ac:spMkLst>
            <pc:docMk/>
            <pc:sldMk cId="1643268520" sldId="260"/>
            <ac:spMk id="7" creationId="{EB3A4B25-FB46-6712-9A52-F8AEB364BE09}"/>
          </ac:spMkLst>
        </pc:spChg>
        <pc:spChg chg="add mod">
          <ac:chgData name="Kevin Hartman" userId="801a5cf5c13d3b0a" providerId="LiveId" clId="{ADAA8B95-80A1-40DA-A1F8-147AEF01E009}" dt="2025-06-04T16:53:20.044" v="402" actId="20577"/>
          <ac:spMkLst>
            <pc:docMk/>
            <pc:sldMk cId="1643268520" sldId="260"/>
            <ac:spMk id="8" creationId="{996DC96C-6D44-6D7E-EE33-1E9879344E17}"/>
          </ac:spMkLst>
        </pc:spChg>
        <pc:grpChg chg="add mod">
          <ac:chgData name="Kevin Hartman" userId="801a5cf5c13d3b0a" providerId="LiveId" clId="{ADAA8B95-80A1-40DA-A1F8-147AEF01E009}" dt="2025-06-04T17:00:05.178" v="466" actId="164"/>
          <ac:grpSpMkLst>
            <pc:docMk/>
            <pc:sldMk cId="1643268520" sldId="260"/>
            <ac:grpSpMk id="9" creationId="{57853EBB-DC6C-C762-D405-17B6ACC09874}"/>
          </ac:grpSpMkLst>
        </pc:grpChg>
        <pc:picChg chg="add mod">
          <ac:chgData name="Kevin Hartman" userId="801a5cf5c13d3b0a" providerId="LiveId" clId="{ADAA8B95-80A1-40DA-A1F8-147AEF01E009}" dt="2025-06-04T17:00:05.178" v="466" actId="164"/>
          <ac:picMkLst>
            <pc:docMk/>
            <pc:sldMk cId="1643268520" sldId="260"/>
            <ac:picMk id="6" creationId="{1F8FF5E7-F41E-2580-5B35-240914B37106}"/>
          </ac:picMkLst>
        </pc:picChg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  <pc:spChg chg="add mod">
          <ac:chgData name="Kevin Hartman" userId="801a5cf5c13d3b0a" providerId="LiveId" clId="{ADAA8B95-80A1-40DA-A1F8-147AEF01E009}" dt="2025-06-04T16:54:04.783" v="405"/>
          <ac:spMkLst>
            <pc:docMk/>
            <pc:sldMk cId="1100532634" sldId="261"/>
            <ac:spMk id="2" creationId="{3ADD7CBD-4E25-17CA-5954-C6D6DEA02D5C}"/>
          </ac:spMkLst>
        </pc:spChg>
        <pc:spChg chg="add mod">
          <ac:chgData name="Kevin Hartman" userId="801a5cf5c13d3b0a" providerId="LiveId" clId="{ADAA8B95-80A1-40DA-A1F8-147AEF01E009}" dt="2025-06-04T16:54:11.911" v="420" actId="20577"/>
          <ac:spMkLst>
            <pc:docMk/>
            <pc:sldMk cId="1100532634" sldId="261"/>
            <ac:spMk id="3" creationId="{EFA5EF99-FF20-5C32-AC4A-2225734733E7}"/>
          </ac:spMkLst>
        </pc:spChg>
        <pc:spChg chg="add mod">
          <ac:chgData name="Kevin Hartman" userId="801a5cf5c13d3b0a" providerId="LiveId" clId="{ADAA8B95-80A1-40DA-A1F8-147AEF01E009}" dt="2025-06-04T17:00:09.036" v="467" actId="164"/>
          <ac:spMkLst>
            <pc:docMk/>
            <pc:sldMk cId="1100532634" sldId="261"/>
            <ac:spMk id="13" creationId="{F2263DB6-064E-8954-E7EE-D3F06AAF4352}"/>
          </ac:spMkLst>
        </pc:spChg>
        <pc:grpChg chg="add mod">
          <ac:chgData name="Kevin Hartman" userId="801a5cf5c13d3b0a" providerId="LiveId" clId="{ADAA8B95-80A1-40DA-A1F8-147AEF01E009}" dt="2025-06-04T17:00:09.036" v="467" actId="164"/>
          <ac:grpSpMkLst>
            <pc:docMk/>
            <pc:sldMk cId="1100532634" sldId="261"/>
            <ac:grpSpMk id="14" creationId="{58C54F7B-5E1B-10AA-5B35-D6D223039116}"/>
          </ac:grpSpMkLst>
        </pc:grpChg>
        <pc:picChg chg="add mod">
          <ac:chgData name="Kevin Hartman" userId="801a5cf5c13d3b0a" providerId="LiveId" clId="{ADAA8B95-80A1-40DA-A1F8-147AEF01E009}" dt="2025-06-04T17:00:09.036" v="467" actId="164"/>
          <ac:picMkLst>
            <pc:docMk/>
            <pc:sldMk cId="1100532634" sldId="261"/>
            <ac:picMk id="10" creationId="{06374C7C-F1B3-01AA-5A54-507558840C54}"/>
          </ac:picMkLst>
        </pc:picChg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E07E3E-2389-1A7C-05A2-62A973D1DA83}"/>
              </a:ext>
            </a:extLst>
          </p:cNvPr>
          <p:cNvSpPr txBox="1"/>
          <p:nvPr/>
        </p:nvSpPr>
        <p:spPr>
          <a:xfrm>
            <a:off x="7369632" y="16328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Group 1</a:t>
            </a:r>
          </a:p>
          <a:p>
            <a:pPr algn="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AC32A-75AC-138A-0984-C81CC4D25332}"/>
              </a:ext>
            </a:extLst>
          </p:cNvPr>
          <p:cNvSpPr txBox="1"/>
          <p:nvPr/>
        </p:nvSpPr>
        <p:spPr>
          <a:xfrm>
            <a:off x="7369631" y="2392578"/>
            <a:ext cx="4386943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Raleway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Raleway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Raleway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5E9F4-FE04-C3B5-C07E-E597464BB976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TYPOGRAPH TEST</a:t>
            </a:r>
            <a:endParaRPr lang="en-NL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2CC0-7665-03F8-A4C9-64669ED57671}"/>
              </a:ext>
            </a:extLst>
          </p:cNvPr>
          <p:cNvSpPr txBox="1"/>
          <p:nvPr/>
        </p:nvSpPr>
        <p:spPr>
          <a:xfrm>
            <a:off x="7369631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Montserrat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Montserrat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Montserrat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606B5-FFB8-5E81-3724-649E8155CB20}"/>
              </a:ext>
            </a:extLst>
          </p:cNvPr>
          <p:cNvSpPr txBox="1"/>
          <p:nvPr/>
        </p:nvSpPr>
        <p:spPr>
          <a:xfrm>
            <a:off x="1817916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Group 1</a:t>
            </a:r>
          </a:p>
          <a:p>
            <a:endParaRPr lang="en-US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Ruben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Holthuijsen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Sander van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Swieten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Victor de Sousa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Gama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Kevin Hartman (1044032)</a:t>
            </a:r>
            <a:endParaRPr lang="en-NL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C006-8C65-9EEF-F18A-16CBD7B82469}"/>
              </a:ext>
            </a:extLst>
          </p:cNvPr>
          <p:cNvSpPr txBox="1"/>
          <p:nvPr/>
        </p:nvSpPr>
        <p:spPr>
          <a:xfrm>
            <a:off x="1817916" y="239257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Group 1</a:t>
            </a:r>
          </a:p>
          <a:p>
            <a:endParaRPr lang="en-US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Ruben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Holthuijsen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Sander van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Swieten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Victor de Sousa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Gama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Kevin Hartman (1044032)</a:t>
            </a:r>
            <a:endParaRPr lang="en-NL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36899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7D17-0D78-E35B-6CD5-33FE46ED7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203674-B55E-63E2-1CAB-179101685FB7}"/>
              </a:ext>
            </a:extLst>
          </p:cNvPr>
          <p:cNvSpPr txBox="1"/>
          <p:nvPr/>
        </p:nvSpPr>
        <p:spPr>
          <a:xfrm>
            <a:off x="1175657" y="1503011"/>
            <a:ext cx="2416628" cy="369332"/>
          </a:xfrm>
          <a:prstGeom prst="rect">
            <a:avLst/>
          </a:prstGeom>
          <a:solidFill>
            <a:srgbClr val="80B4B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#80B4B5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EB900-19D0-E0AC-A140-17DC8E8835DF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COLOR PALETTE</a:t>
            </a:r>
            <a:endParaRPr lang="en-NL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17BFC-ADED-D9A6-4175-9699823B4BAE}"/>
              </a:ext>
            </a:extLst>
          </p:cNvPr>
          <p:cNvSpPr txBox="1"/>
          <p:nvPr/>
        </p:nvSpPr>
        <p:spPr>
          <a:xfrm>
            <a:off x="1175657" y="1960211"/>
            <a:ext cx="2416627" cy="369332"/>
          </a:xfrm>
          <a:prstGeom prst="rect">
            <a:avLst/>
          </a:prstGeom>
          <a:solidFill>
            <a:srgbClr val="61A6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#61A6A2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E0350-9182-438A-D76B-9370C128613D}"/>
              </a:ext>
            </a:extLst>
          </p:cNvPr>
          <p:cNvSpPr txBox="1"/>
          <p:nvPr/>
        </p:nvSpPr>
        <p:spPr>
          <a:xfrm>
            <a:off x="1175657" y="2417411"/>
            <a:ext cx="2416627" cy="369332"/>
          </a:xfrm>
          <a:prstGeom prst="rect">
            <a:avLst/>
          </a:prstGeom>
          <a:solidFill>
            <a:srgbClr val="E1B7B1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#E1B7B1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90798-9BB5-96C1-6A89-324C273194E2}"/>
              </a:ext>
            </a:extLst>
          </p:cNvPr>
          <p:cNvSpPr txBox="1"/>
          <p:nvPr/>
        </p:nvSpPr>
        <p:spPr>
          <a:xfrm>
            <a:off x="1175657" y="2874611"/>
            <a:ext cx="2416627" cy="369332"/>
          </a:xfrm>
          <a:prstGeom prst="rect">
            <a:avLst/>
          </a:prstGeom>
          <a:solidFill>
            <a:srgbClr val="C87777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#C87777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95E8F7-BA55-5376-149D-1D489D1C1CF5}"/>
              </a:ext>
            </a:extLst>
          </p:cNvPr>
          <p:cNvSpPr txBox="1"/>
          <p:nvPr/>
        </p:nvSpPr>
        <p:spPr>
          <a:xfrm>
            <a:off x="1175657" y="3331811"/>
            <a:ext cx="2416627" cy="369332"/>
          </a:xfrm>
          <a:prstGeom prst="rect">
            <a:avLst/>
          </a:prstGeom>
          <a:solidFill>
            <a:srgbClr val="7267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#7267A2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DE07F4-DDA0-A555-C793-2ED619A4DB12}"/>
              </a:ext>
            </a:extLst>
          </p:cNvPr>
          <p:cNvSpPr txBox="1"/>
          <p:nvPr/>
        </p:nvSpPr>
        <p:spPr>
          <a:xfrm>
            <a:off x="1175657" y="3821278"/>
            <a:ext cx="2416627" cy="369332"/>
          </a:xfrm>
          <a:prstGeom prst="rect">
            <a:avLst/>
          </a:prstGeom>
          <a:solidFill>
            <a:srgbClr val="575295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#575295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C62275-244B-8CB7-C424-6FC2655CD192}"/>
              </a:ext>
            </a:extLst>
          </p:cNvPr>
          <p:cNvSpPr txBox="1"/>
          <p:nvPr/>
        </p:nvSpPr>
        <p:spPr>
          <a:xfrm>
            <a:off x="1175657" y="4310745"/>
            <a:ext cx="2416627" cy="369332"/>
          </a:xfrm>
          <a:prstGeom prst="rect">
            <a:avLst/>
          </a:prstGeom>
          <a:solidFill>
            <a:srgbClr val="9AB6DA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#9AB6DA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732A4A-4372-47DA-DF6B-0B456C78F7CD}"/>
              </a:ext>
            </a:extLst>
          </p:cNvPr>
          <p:cNvSpPr txBox="1"/>
          <p:nvPr/>
        </p:nvSpPr>
        <p:spPr>
          <a:xfrm>
            <a:off x="1175657" y="4800212"/>
            <a:ext cx="2416627" cy="369332"/>
          </a:xfrm>
          <a:prstGeom prst="rect">
            <a:avLst/>
          </a:prstGeom>
          <a:solidFill>
            <a:srgbClr val="6985BF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#6985BF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2CD29-D3F5-473A-4F35-A892C32BEA93}"/>
              </a:ext>
            </a:extLst>
          </p:cNvPr>
          <p:cNvSpPr txBox="1"/>
          <p:nvPr/>
        </p:nvSpPr>
        <p:spPr>
          <a:xfrm>
            <a:off x="1175657" y="5289679"/>
            <a:ext cx="2416627" cy="369332"/>
          </a:xfrm>
          <a:prstGeom prst="rect">
            <a:avLst/>
          </a:prstGeom>
          <a:solidFill>
            <a:srgbClr val="A7C37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#A7C374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BB5AA-F0D6-FFA5-7E49-29D3EA14246C}"/>
              </a:ext>
            </a:extLst>
          </p:cNvPr>
          <p:cNvSpPr txBox="1"/>
          <p:nvPr/>
        </p:nvSpPr>
        <p:spPr>
          <a:xfrm>
            <a:off x="1175657" y="5779146"/>
            <a:ext cx="2416627" cy="369332"/>
          </a:xfrm>
          <a:prstGeom prst="rect">
            <a:avLst/>
          </a:prstGeom>
          <a:solidFill>
            <a:srgbClr val="8EAE5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#8EAE54</a:t>
            </a:r>
          </a:p>
        </p:txBody>
      </p:sp>
    </p:spTree>
    <p:extLst>
      <p:ext uri="{BB962C8B-B14F-4D97-AF65-F5344CB8AC3E}">
        <p14:creationId xmlns:p14="http://schemas.microsoft.com/office/powerpoint/2010/main" val="348866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75AD-7214-808B-88AB-7C854B60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B3C41-9165-57B6-E913-076991667D25}"/>
              </a:ext>
            </a:extLst>
          </p:cNvPr>
          <p:cNvSpPr txBox="1"/>
          <p:nvPr/>
        </p:nvSpPr>
        <p:spPr>
          <a:xfrm>
            <a:off x="4887686" y="305966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Intentionally left blank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67600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E0719-8C40-98EB-48A7-F837A7D651C3}"/>
              </a:ext>
            </a:extLst>
          </p:cNvPr>
          <p:cNvSpPr txBox="1"/>
          <p:nvPr/>
        </p:nvSpPr>
        <p:spPr>
          <a:xfrm>
            <a:off x="2340429" y="2166257"/>
            <a:ext cx="83602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5B943-CC45-5C02-F4D7-FA59B215B8A0}"/>
              </a:ext>
            </a:extLst>
          </p:cNvPr>
          <p:cNvSpPr txBox="1"/>
          <p:nvPr/>
        </p:nvSpPr>
        <p:spPr>
          <a:xfrm>
            <a:off x="4528457" y="830304"/>
            <a:ext cx="383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- </a:t>
            </a:r>
            <a:r>
              <a:rPr lang="en-US" dirty="0" err="1"/>
              <a:t>Opleuken</a:t>
            </a:r>
            <a:r>
              <a:rPr lang="en-US" dirty="0"/>
              <a:t> met </a:t>
            </a:r>
            <a:r>
              <a:rPr lang="en-US" dirty="0" err="1"/>
              <a:t>icoontjes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3521669" y="687691"/>
            <a:ext cx="5148662" cy="6076798"/>
            <a:chOff x="3369269" y="764635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9269" y="764635"/>
              <a:ext cx="5148662" cy="5132788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369269" y="6102769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6CE9D511-9C03-2D60-DBFE-F6F36795CAE7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7853EBB-DC6C-C762-D405-17B6ACC09874}"/>
              </a:ext>
            </a:extLst>
          </p:cNvPr>
          <p:cNvGrpSpPr/>
          <p:nvPr/>
        </p:nvGrpSpPr>
        <p:grpSpPr>
          <a:xfrm>
            <a:off x="1457016" y="1216733"/>
            <a:ext cx="9277968" cy="5555086"/>
            <a:chOff x="1457016" y="1216733"/>
            <a:chExt cx="9277968" cy="5555086"/>
          </a:xfrm>
        </p:grpSpPr>
        <p:pic>
          <p:nvPicPr>
            <p:cNvPr id="6" name="Picture 5" descr="A diagram of cell division&#10;&#10;AI-generated content may be incorrect.">
              <a:extLst>
                <a:ext uri="{FF2B5EF4-FFF2-40B4-BE49-F238E27FC236}">
                  <a16:creationId xmlns:a16="http://schemas.microsoft.com/office/drawing/2014/main" id="{1F8FF5E7-F41E-2580-5B35-240914B37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016" y="1216733"/>
              <a:ext cx="9277968" cy="4729334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7" name="TNBC_Env_text">
              <a:extLst>
                <a:ext uri="{FF2B5EF4-FFF2-40B4-BE49-F238E27FC236}">
                  <a16:creationId xmlns:a16="http://schemas.microsoft.com/office/drawing/2014/main" id="{EB3A4B25-FB46-6712-9A52-F8AEB364BE09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Liu et al. Molecular Cancer (2023) 22:145</a:t>
              </a:r>
              <a:endParaRPr lang="en-US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10.1186/s12943-023-01850-7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1_subtitle">
            <a:extLst>
              <a:ext uri="{FF2B5EF4-FFF2-40B4-BE49-F238E27FC236}">
                <a16:creationId xmlns:a16="http://schemas.microsoft.com/office/drawing/2014/main" id="{996DC96C-6D44-6D7E-EE33-1E9879344E1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Tumor Microenvironment (TME)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3268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81606-4E43-D236-D4A7-1ED155CFD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ADD7CBD-4E25-17CA-5954-C6D6DEA02D5C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EFA5EF99-FF20-5C32-AC4A-2225734733E7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– Subtyping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2544633" y="834414"/>
            <a:ext cx="7668792" cy="5937405"/>
            <a:chOff x="2544633" y="83441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83441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13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053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GSE76250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3" y="1439926"/>
            <a:ext cx="2114253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631266" y="1439926"/>
            <a:ext cx="2114253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Review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494756" y="1439926"/>
            <a:ext cx="188081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6750344" y="1439926"/>
            <a:ext cx="2741998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114253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631266" y="5225144"/>
            <a:ext cx="2114253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6745519" y="5225144"/>
            <a:ext cx="2741998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494756" y="5225144"/>
            <a:ext cx="1880816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8" y="1598884"/>
            <a:ext cx="2285997" cy="1292387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4B941-70D4-D1CE-3717-B56A9E2C98C7}"/>
              </a:ext>
            </a:extLst>
          </p:cNvPr>
          <p:cNvSpPr/>
          <p:nvPr/>
        </p:nvSpPr>
        <p:spPr>
          <a:xfrm>
            <a:off x="6389917" y="1598884"/>
            <a:ext cx="2285997" cy="1292387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264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GSE65216, GSE76250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8" y="380575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0" y="5454646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31364C-F65D-30BE-4349-A938387ABDF2}"/>
              </a:ext>
            </a:extLst>
          </p:cNvPr>
          <p:cNvSpPr/>
          <p:nvPr/>
        </p:nvSpPr>
        <p:spPr>
          <a:xfrm>
            <a:off x="6389908" y="1069653"/>
            <a:ext cx="2285997" cy="388145"/>
          </a:xfrm>
          <a:prstGeom prst="rect">
            <a:avLst/>
          </a:prstGeom>
          <a:solidFill>
            <a:srgbClr val="575295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F3A725-4A64-7B50-BB02-2F67999019BE}"/>
              </a:ext>
            </a:extLst>
          </p:cNvPr>
          <p:cNvSpPr/>
          <p:nvPr/>
        </p:nvSpPr>
        <p:spPr>
          <a:xfrm>
            <a:off x="3516087" y="1069654"/>
            <a:ext cx="2285996" cy="388145"/>
          </a:xfrm>
          <a:prstGeom prst="rect">
            <a:avLst/>
          </a:prstGeom>
          <a:solidFill>
            <a:srgbClr val="61A6A2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Train/Test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86" y="3032104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136C13-3D7C-7648-95CA-4B6906DD96B8}"/>
              </a:ext>
            </a:extLst>
          </p:cNvPr>
          <p:cNvSpPr/>
          <p:nvPr/>
        </p:nvSpPr>
        <p:spPr>
          <a:xfrm>
            <a:off x="6389912" y="3028442"/>
            <a:ext cx="2285996" cy="667985"/>
          </a:xfrm>
          <a:prstGeom prst="rect">
            <a:avLst/>
          </a:prstGeom>
          <a:solidFill>
            <a:srgbClr val="7267A2"/>
          </a:solidFill>
          <a:ln>
            <a:solidFill>
              <a:srgbClr val="5752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metadata case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86" y="3840922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86" y="4645827"/>
            <a:ext cx="2285997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6D5EB6-F7B8-2F65-022B-BBDBA0335BEA}"/>
              </a:ext>
            </a:extLst>
          </p:cNvPr>
          <p:cNvSpPr/>
          <p:nvPr/>
        </p:nvSpPr>
        <p:spPr>
          <a:xfrm>
            <a:off x="696685" y="2049408"/>
            <a:ext cx="3418113" cy="489858"/>
          </a:xfrm>
          <a:prstGeom prst="rect">
            <a:avLst/>
          </a:prstGeom>
          <a:solidFill>
            <a:srgbClr val="80B4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Missing data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B4BC8-4CCC-AABD-B526-F5115EB1B4D3}"/>
              </a:ext>
            </a:extLst>
          </p:cNvPr>
          <p:cNvSpPr/>
          <p:nvPr/>
        </p:nvSpPr>
        <p:spPr>
          <a:xfrm>
            <a:off x="696686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tbd</a:t>
            </a: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4386944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4386945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8077204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8077202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6"/>
            <a:ext cx="9361714" cy="9997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561411" y="272868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Something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4671127" y="272868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Else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7774844" y="272868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4208999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4321530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4421208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2171702" y="3229370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2311971" y="121315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440282" y="144159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2280953" y="3571448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440282" y="3562987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525404" y="3540567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525403" y="144159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360" y="671362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071" y="4128911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9772" y="683364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9772" y="4119568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9415" y="661835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9415" y="4119568"/>
            <a:ext cx="233395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47BA7-9A17-B3E7-8893-6FF9B58E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DE0CEB-AAD1-86A4-1243-4E7E3F857CA5}"/>
              </a:ext>
            </a:extLst>
          </p:cNvPr>
          <p:cNvSpPr/>
          <p:nvPr/>
        </p:nvSpPr>
        <p:spPr>
          <a:xfrm>
            <a:off x="2623456" y="78687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7E78A19-D4B0-B25A-3453-C3F965476A63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Best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80B85C-4362-4FB3-5E27-E06558427154}"/>
              </a:ext>
            </a:extLst>
          </p:cNvPr>
          <p:cNvSpPr/>
          <p:nvPr/>
        </p:nvSpPr>
        <p:spPr>
          <a:xfrm>
            <a:off x="2623457" y="3429001"/>
            <a:ext cx="9405255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4834-CFF6-F6F9-019B-20F1E18BB9E2}"/>
              </a:ext>
            </a:extLst>
          </p:cNvPr>
          <p:cNvSpPr/>
          <p:nvPr/>
        </p:nvSpPr>
        <p:spPr>
          <a:xfrm>
            <a:off x="3479951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6ED264D-ACD9-3057-5B29-60C797C54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4987" y="3766457"/>
            <a:ext cx="5540336" cy="277016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FE8A30B2-3A1D-45CE-237E-CF54A841D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4987" y="321375"/>
            <a:ext cx="5540336" cy="277016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8A93FE5-2DA2-9D38-7C0F-B8142F7F949A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</p:spTree>
    <p:extLst>
      <p:ext uri="{BB962C8B-B14F-4D97-AF65-F5344CB8AC3E}">
        <p14:creationId xmlns:p14="http://schemas.microsoft.com/office/powerpoint/2010/main" val="29597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672</Words>
  <Application>Microsoft Office PowerPoint</Application>
  <PresentationFormat>Widescreen</PresentationFormat>
  <Paragraphs>224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Yu Gothic Light</vt:lpstr>
      <vt:lpstr>Yu Gothic UI Light</vt:lpstr>
      <vt:lpstr>Aptos</vt:lpstr>
      <vt:lpstr>Aptos Display</vt:lpstr>
      <vt:lpstr>Arial</vt:lpstr>
      <vt:lpstr>Grotesque Light</vt:lpstr>
      <vt:lpstr>Leelawadee UI Semilight</vt:lpstr>
      <vt:lpstr>Montserrat ExtraLight</vt:lpstr>
      <vt:lpstr>Raleway ExtraLight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Kevin Hartman</cp:lastModifiedBy>
  <cp:revision>5</cp:revision>
  <dcterms:created xsi:type="dcterms:W3CDTF">2025-06-04T15:47:53Z</dcterms:created>
  <dcterms:modified xsi:type="dcterms:W3CDTF">2025-06-16T08:47:26Z</dcterms:modified>
</cp:coreProperties>
</file>