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67" r:id="rId2"/>
    <p:sldId id="258" r:id="rId3"/>
    <p:sldId id="270" r:id="rId4"/>
    <p:sldId id="283" r:id="rId5"/>
    <p:sldId id="259" r:id="rId6"/>
    <p:sldId id="272" r:id="rId7"/>
    <p:sldId id="274" r:id="rId8"/>
    <p:sldId id="271" r:id="rId9"/>
    <p:sldId id="275" r:id="rId10"/>
    <p:sldId id="284" r:id="rId11"/>
    <p:sldId id="276" r:id="rId12"/>
    <p:sldId id="282" r:id="rId13"/>
    <p:sldId id="288" r:id="rId14"/>
    <p:sldId id="289" r:id="rId15"/>
    <p:sldId id="292" r:id="rId16"/>
    <p:sldId id="293" r:id="rId17"/>
    <p:sldId id="295" r:id="rId18"/>
    <p:sldId id="296" r:id="rId19"/>
    <p:sldId id="297" r:id="rId20"/>
    <p:sldId id="298" r:id="rId21"/>
    <p:sldId id="278" r:id="rId22"/>
  </p:sldIdLst>
  <p:sldSz cx="12192000" cy="6858000"/>
  <p:notesSz cx="6858000" cy="9144000"/>
  <p:defaultTextStyle>
    <a:defPPr>
      <a:defRPr lang="x-non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A6A2"/>
    <a:srgbClr val="80B4B5"/>
    <a:srgbClr val="9AB6DA"/>
    <a:srgbClr val="7267A2"/>
    <a:srgbClr val="E1B7B1"/>
    <a:srgbClr val="A7C374"/>
    <a:srgbClr val="8EAE54"/>
    <a:srgbClr val="575295"/>
    <a:srgbClr val="6985BF"/>
    <a:srgbClr val="C877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CB9178-BD8E-40E0-955E-8ED85C435A33}" v="6" dt="2025-06-18T07:27:34.0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6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Hartman" userId="801a5cf5c13d3b0a" providerId="LiveId" clId="{5CDD751F-1964-4423-B977-F5D5175E3366}"/>
    <pc:docChg chg="undo custSel addSld delSld modSld">
      <pc:chgData name="Kevin Hartman" userId="801a5cf5c13d3b0a" providerId="LiveId" clId="{5CDD751F-1964-4423-B977-F5D5175E3366}" dt="2025-06-07T06:25:01.691" v="601" actId="20577"/>
      <pc:docMkLst>
        <pc:docMk/>
      </pc:docMkLst>
      <pc:sldChg chg="addSp delSp modSp mod">
        <pc:chgData name="Kevin Hartman" userId="801a5cf5c13d3b0a" providerId="LiveId" clId="{5CDD751F-1964-4423-B977-F5D5175E3366}" dt="2025-06-07T06:23:11.969" v="512" actId="2711"/>
        <pc:sldMkLst>
          <pc:docMk/>
          <pc:sldMk cId="1970963872" sldId="262"/>
        </pc:sldMkLst>
      </pc:sldChg>
      <pc:sldChg chg="addSp modSp del mod">
        <pc:chgData name="Kevin Hartman" userId="801a5cf5c13d3b0a" providerId="LiveId" clId="{5CDD751F-1964-4423-B977-F5D5175E3366}" dt="2025-06-07T06:22:47.118" v="479" actId="2696"/>
        <pc:sldMkLst>
          <pc:docMk/>
          <pc:sldMk cId="3746087378" sldId="271"/>
        </pc:sldMkLst>
      </pc:sldChg>
      <pc:sldChg chg="modSp add mod">
        <pc:chgData name="Kevin Hartman" userId="801a5cf5c13d3b0a" providerId="LiveId" clId="{5CDD751F-1964-4423-B977-F5D5175E3366}" dt="2025-06-07T06:25:01.691" v="601" actId="20577"/>
        <pc:sldMkLst>
          <pc:docMk/>
          <pc:sldMk cId="3634241606" sldId="272"/>
        </pc:sldMkLst>
        <pc:spChg chg="mod">
          <ac:chgData name="Kevin Hartman" userId="801a5cf5c13d3b0a" providerId="LiveId" clId="{5CDD751F-1964-4423-B977-F5D5175E3366}" dt="2025-06-07T06:23:20.042" v="513" actId="14100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5CDD751F-1964-4423-B977-F5D5175E3366}" dt="2025-06-07T06:23:24.928" v="515" actId="1076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5CDD751F-1964-4423-B977-F5D5175E3366}" dt="2025-06-07T06:23:39.216" v="518" actId="1076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5CDD751F-1964-4423-B977-F5D5175E3366}" dt="2025-06-07T06:24:41.993" v="593" actId="14100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5CDD751F-1964-4423-B977-F5D5175E3366}" dt="2025-06-07T06:25:01.691" v="601" actId="2057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5CDD751F-1964-4423-B977-F5D5175E3366}" dt="2025-06-07T06:23:22.854" v="514" actId="14100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5CDD751F-1964-4423-B977-F5D5175E3366}" dt="2025-06-07T06:23:28.810" v="516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5CDD751F-1964-4423-B977-F5D5175E3366}" dt="2025-06-07T06:23:45.372" v="520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5CDD751F-1964-4423-B977-F5D5175E3366}" dt="2025-06-07T06:24:40.461" v="592" actId="14100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5CDD751F-1964-4423-B977-F5D5175E3366}" dt="2025-06-07T06:24:48.429" v="598" actId="14100"/>
          <ac:spMkLst>
            <pc:docMk/>
            <pc:sldMk cId="3634241606" sldId="272"/>
            <ac:spMk id="18" creationId="{E18FE809-1B71-2669-98A5-B9C8B63233D0}"/>
          </ac:spMkLst>
        </pc:spChg>
      </pc:sldChg>
    </pc:docChg>
  </pc:docChgLst>
  <pc:docChgLst>
    <pc:chgData name="Kevin Hartman" userId="801a5cf5c13d3b0a" providerId="LiveId" clId="{9BFF0E27-FED9-4373-8443-5114BEBBF54C}"/>
    <pc:docChg chg="addSld delSld modSld">
      <pc:chgData name="Kevin Hartman" userId="801a5cf5c13d3b0a" providerId="LiveId" clId="{9BFF0E27-FED9-4373-8443-5114BEBBF54C}" dt="2025-06-04T18:30:08.299" v="32" actId="20577"/>
      <pc:docMkLst>
        <pc:docMk/>
      </pc:docMkLst>
      <pc:sldChg chg="modSp mod">
        <pc:chgData name="Kevin Hartman" userId="801a5cf5c13d3b0a" providerId="LiveId" clId="{9BFF0E27-FED9-4373-8443-5114BEBBF54C}" dt="2025-06-04T18:29:57.387" v="15" actId="20577"/>
        <pc:sldMkLst>
          <pc:docMk/>
          <pc:sldMk cId="1970963872" sldId="262"/>
        </pc:sldMkLst>
      </pc:sldChg>
      <pc:sldChg chg="del">
        <pc:chgData name="Kevin Hartman" userId="801a5cf5c13d3b0a" providerId="LiveId" clId="{9BFF0E27-FED9-4373-8443-5114BEBBF54C}" dt="2025-06-04T18:29:20.948" v="0" actId="2696"/>
        <pc:sldMkLst>
          <pc:docMk/>
          <pc:sldMk cId="1248774480" sldId="263"/>
        </pc:sldMkLst>
      </pc:sldChg>
      <pc:sldChg chg="del">
        <pc:chgData name="Kevin Hartman" userId="801a5cf5c13d3b0a" providerId="LiveId" clId="{9BFF0E27-FED9-4373-8443-5114BEBBF54C}" dt="2025-06-04T18:29:22.991" v="1" actId="2696"/>
        <pc:sldMkLst>
          <pc:docMk/>
          <pc:sldMk cId="343722355" sldId="268"/>
        </pc:sldMkLst>
      </pc:sldChg>
      <pc:sldChg chg="del">
        <pc:chgData name="Kevin Hartman" userId="801a5cf5c13d3b0a" providerId="LiveId" clId="{9BFF0E27-FED9-4373-8443-5114BEBBF54C}" dt="2025-06-04T18:29:26.928" v="2" actId="2696"/>
        <pc:sldMkLst>
          <pc:docMk/>
          <pc:sldMk cId="2782155235" sldId="269"/>
        </pc:sldMkLst>
      </pc:sldChg>
      <pc:sldChg chg="modSp add mod">
        <pc:chgData name="Kevin Hartman" userId="801a5cf5c13d3b0a" providerId="LiveId" clId="{9BFF0E27-FED9-4373-8443-5114BEBBF54C}" dt="2025-06-04T18:30:08.299" v="32" actId="20577"/>
        <pc:sldMkLst>
          <pc:docMk/>
          <pc:sldMk cId="3746087378" sldId="271"/>
        </pc:sldMkLst>
      </pc:sldChg>
    </pc:docChg>
  </pc:docChgLst>
  <pc:docChgLst>
    <pc:chgData name="Kevin Hartman" userId="801a5cf5c13d3b0a" providerId="LiveId" clId="{EF724C65-7773-42EF-8062-BA9B68EF7EDB}"/>
    <pc:docChg chg="undo custSel addSld delSld modSld sldOrd">
      <pc:chgData name="Kevin Hartman" userId="801a5cf5c13d3b0a" providerId="LiveId" clId="{EF724C65-7773-42EF-8062-BA9B68EF7EDB}" dt="2025-06-07T08:12:46.305" v="414" actId="15"/>
      <pc:docMkLst>
        <pc:docMk/>
      </pc:docMkLst>
      <pc:sldChg chg="addSp delSp modSp mod">
        <pc:chgData name="Kevin Hartman" userId="801a5cf5c13d3b0a" providerId="LiveId" clId="{EF724C65-7773-42EF-8062-BA9B68EF7EDB}" dt="2025-06-07T08:00:37.777" v="110" actId="14100"/>
        <pc:sldMkLst>
          <pc:docMk/>
          <pc:sldMk cId="3488669899" sldId="257"/>
        </pc:sldMkLst>
        <pc:spChg chg="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2" creationId="{04203674-B55E-63E2-1CAB-179101685FB7}"/>
          </ac:spMkLst>
        </pc:spChg>
        <pc:spChg chg="add mod">
          <ac:chgData name="Kevin Hartman" userId="801a5cf5c13d3b0a" providerId="LiveId" clId="{EF724C65-7773-42EF-8062-BA9B68EF7EDB}" dt="2025-06-07T07:55:47.623" v="57" actId="207"/>
          <ac:spMkLst>
            <pc:docMk/>
            <pc:sldMk cId="3488669899" sldId="257"/>
            <ac:spMk id="5" creationId="{441EB900-19D0-E0AC-A140-17DC8E8835DF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7" creationId="{18217BFC-ADED-D9A6-4175-9699823B4BAE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9" creationId="{3C7E0350-9182-438A-D76B-9370C128613D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1" creationId="{F1B90798-9BB5-96C1-6A89-324C273194E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3" creationId="{0095E8F7-BA55-5376-149D-1D489D1C1CF5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5" creationId="{49DE07F4-DDA0-A555-C793-2ED619A4DB1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7" creationId="{B3C62275-244B-8CB7-C424-6FC2655CD19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9" creationId="{08732A4A-4372-47DA-DF6B-0B456C78F7CD}"/>
          </ac:spMkLst>
        </pc:spChg>
        <pc:spChg chg="add mod">
          <ac:chgData name="Kevin Hartman" userId="801a5cf5c13d3b0a" providerId="LiveId" clId="{EF724C65-7773-42EF-8062-BA9B68EF7EDB}" dt="2025-06-07T08:00:05.826" v="103" actId="122"/>
          <ac:spMkLst>
            <pc:docMk/>
            <pc:sldMk cId="3488669899" sldId="257"/>
            <ac:spMk id="21" creationId="{B9A2CD29-D3F5-473A-4F35-A892C32BEA93}"/>
          </ac:spMkLst>
        </pc:spChg>
        <pc:spChg chg="add mod">
          <ac:chgData name="Kevin Hartman" userId="801a5cf5c13d3b0a" providerId="LiveId" clId="{EF724C65-7773-42EF-8062-BA9B68EF7EDB}" dt="2025-06-07T08:00:37.777" v="110" actId="14100"/>
          <ac:spMkLst>
            <pc:docMk/>
            <pc:sldMk cId="3488669899" sldId="257"/>
            <ac:spMk id="23" creationId="{7DCBB5AA-F0D6-FFA5-7E49-29D3EA14246C}"/>
          </ac:spMkLst>
        </pc:spChg>
      </pc:sldChg>
      <pc:sldChg chg="addSp delSp modSp mod">
        <pc:chgData name="Kevin Hartman" userId="801a5cf5c13d3b0a" providerId="LiveId" clId="{EF724C65-7773-42EF-8062-BA9B68EF7EDB}" dt="2025-06-07T08:12:24.898" v="408" actId="1076"/>
        <pc:sldMkLst>
          <pc:docMk/>
          <pc:sldMk cId="3746087378" sldId="271"/>
        </pc:sldMkLst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4" creationId="{C16D5EB6-F7B8-2F65-022B-BBDBA0335BEA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5" creationId="{BECB4BC8-4CCC-AABD-B526-F5115EB1B4D3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7" creationId="{F64BE28E-9795-DCAA-732E-9790215E237B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8" creationId="{AD536F55-81AF-1CFD-1E80-77BC55812D39}"/>
          </ac:spMkLst>
        </pc:spChg>
      </pc:sldChg>
      <pc:sldChg chg="modSp mod">
        <pc:chgData name="Kevin Hartman" userId="801a5cf5c13d3b0a" providerId="LiveId" clId="{EF724C65-7773-42EF-8062-BA9B68EF7EDB}" dt="2025-06-07T08:12:46.305" v="414" actId="15"/>
        <pc:sldMkLst>
          <pc:docMk/>
          <pc:sldMk cId="3634241606" sldId="272"/>
        </pc:sldMkLst>
        <pc:spChg chg="mod">
          <ac:chgData name="Kevin Hartman" userId="801a5cf5c13d3b0a" providerId="LiveId" clId="{EF724C65-7773-42EF-8062-BA9B68EF7EDB}" dt="2025-06-07T08:12:46.305" v="414" actId="15"/>
          <ac:spMkLst>
            <pc:docMk/>
            <pc:sldMk cId="3634241606" sldId="272"/>
            <ac:spMk id="8" creationId="{8276DC9E-386E-2D60-678C-85B4347BB7EF}"/>
          </ac:spMkLst>
        </pc:spChg>
      </pc:sldChg>
      <pc:sldChg chg="add">
        <pc:chgData name="Kevin Hartman" userId="801a5cf5c13d3b0a" providerId="LiveId" clId="{EF724C65-7773-42EF-8062-BA9B68EF7EDB}" dt="2025-06-07T07:53:34.197" v="15" actId="2890"/>
        <pc:sldMkLst>
          <pc:docMk/>
          <pc:sldMk cId="2567600640" sldId="273"/>
        </pc:sldMkLst>
      </pc:sldChg>
      <pc:sldChg chg="add del ord">
        <pc:chgData name="Kevin Hartman" userId="801a5cf5c13d3b0a" providerId="LiveId" clId="{EF724C65-7773-42EF-8062-BA9B68EF7EDB}" dt="2025-06-07T08:12:29.884" v="409" actId="2696"/>
        <pc:sldMkLst>
          <pc:docMk/>
          <pc:sldMk cId="672315117" sldId="274"/>
        </pc:sldMkLst>
      </pc:sldChg>
    </pc:docChg>
  </pc:docChgLst>
  <pc:docChgLst>
    <pc:chgData name="Kevin Hartman" userId="801a5cf5c13d3b0a" providerId="LiveId" clId="{C2CB9178-BD8E-40E0-955E-8ED85C435A33}"/>
    <pc:docChg chg="undo custSel addSld delSld modSld sldOrd">
      <pc:chgData name="Kevin Hartman" userId="801a5cf5c13d3b0a" providerId="LiveId" clId="{C2CB9178-BD8E-40E0-955E-8ED85C435A33}" dt="2025-06-18T07:27:55.086" v="152" actId="21"/>
      <pc:docMkLst>
        <pc:docMk/>
      </pc:docMkLst>
      <pc:sldChg chg="add del">
        <pc:chgData name="Kevin Hartman" userId="801a5cf5c13d3b0a" providerId="LiveId" clId="{C2CB9178-BD8E-40E0-955E-8ED85C435A33}" dt="2025-06-18T07:19:19.792" v="1" actId="2696"/>
        <pc:sldMkLst>
          <pc:docMk/>
          <pc:sldMk cId="2836899269" sldId="256"/>
        </pc:sldMkLst>
      </pc:sldChg>
      <pc:sldChg chg="modSp mod">
        <pc:chgData name="Kevin Hartman" userId="801a5cf5c13d3b0a" providerId="LiveId" clId="{C2CB9178-BD8E-40E0-955E-8ED85C435A33}" dt="2025-06-18T07:20:59.271" v="30" actId="20577"/>
        <pc:sldMkLst>
          <pc:docMk/>
          <pc:sldMk cId="3634241606" sldId="272"/>
        </pc:sldMkLst>
        <pc:spChg chg="mod">
          <ac:chgData name="Kevin Hartman" userId="801a5cf5c13d3b0a" providerId="LiveId" clId="{C2CB9178-BD8E-40E0-955E-8ED85C435A33}" dt="2025-06-18T07:20:26.432" v="4" actId="1076"/>
          <ac:spMkLst>
            <pc:docMk/>
            <pc:sldMk cId="3634241606" sldId="272"/>
            <ac:spMk id="3" creationId="{82AAF958-0411-EDB0-CDE7-B40ED132E551}"/>
          </ac:spMkLst>
        </pc:spChg>
        <pc:spChg chg="mod">
          <ac:chgData name="Kevin Hartman" userId="801a5cf5c13d3b0a" providerId="LiveId" clId="{C2CB9178-BD8E-40E0-955E-8ED85C435A33}" dt="2025-06-18T07:20:59.271" v="30" actId="20577"/>
          <ac:spMkLst>
            <pc:docMk/>
            <pc:sldMk cId="3634241606" sldId="272"/>
            <ac:spMk id="6" creationId="{9FC5198B-AF93-C12A-676A-1E5913E7B3DD}"/>
          </ac:spMkLst>
        </pc:spChg>
      </pc:sldChg>
      <pc:sldChg chg="addSp delSp modSp mod">
        <pc:chgData name="Kevin Hartman" userId="801a5cf5c13d3b0a" providerId="LiveId" clId="{C2CB9178-BD8E-40E0-955E-8ED85C435A33}" dt="2025-06-18T07:21:56.522" v="38" actId="1076"/>
        <pc:sldMkLst>
          <pc:docMk/>
          <pc:sldMk cId="3654312689" sldId="274"/>
        </pc:sldMkLst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4" creationId="{DA404B48-8CAD-85A6-C66C-AC9CABB20B34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17" creationId="{AAFAE932-9F02-CB1A-7AC9-467F43DC7525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0" creationId="{C2B4B9B0-2E14-2FFF-2E32-451FE71E38FC}"/>
          </ac:spMkLst>
        </pc:spChg>
        <pc:spChg chg="del mod topLvl">
          <ac:chgData name="Kevin Hartman" userId="801a5cf5c13d3b0a" providerId="LiveId" clId="{C2CB9178-BD8E-40E0-955E-8ED85C435A33}" dt="2025-06-18T07:21:46.484" v="36" actId="478"/>
          <ac:spMkLst>
            <pc:docMk/>
            <pc:sldMk cId="3654312689" sldId="274"/>
            <ac:spMk id="23" creationId="{51F3A725-4A64-7B50-BB02-2F67999019BE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5" creationId="{B54CC5F5-8B77-098F-B586-3F82B2FC8B1C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7" creationId="{E30D7BDB-1F4C-E757-F5A6-7DE3156A113C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8" creationId="{EBF09AF1-F58B-8B6F-15A2-6A1FEDF6EEEE}"/>
          </ac:spMkLst>
        </pc:spChg>
        <pc:grpChg chg="add del mod">
          <ac:chgData name="Kevin Hartman" userId="801a5cf5c13d3b0a" providerId="LiveId" clId="{C2CB9178-BD8E-40E0-955E-8ED85C435A33}" dt="2025-06-18T07:21:40.686" v="35" actId="165"/>
          <ac:grpSpMkLst>
            <pc:docMk/>
            <pc:sldMk cId="3654312689" sldId="274"/>
            <ac:grpSpMk id="5" creationId="{5C4CE85C-247B-0F30-642F-583FD991EBE7}"/>
          </ac:grpSpMkLst>
        </pc:grpChg>
      </pc:sldChg>
      <pc:sldChg chg="addSp delSp modSp add mod">
        <pc:chgData name="Kevin Hartman" userId="801a5cf5c13d3b0a" providerId="LiveId" clId="{C2CB9178-BD8E-40E0-955E-8ED85C435A33}" dt="2025-06-18T07:26:41.686" v="87" actId="20577"/>
        <pc:sldMkLst>
          <pc:docMk/>
          <pc:sldMk cId="3885141820" sldId="284"/>
        </pc:sldMkLst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3" creationId="{6683D772-DD41-4E7E-FBA4-82065A4F554F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4" creationId="{DF1AE7D3-CCB8-D20F-836B-BD02FEE21FE1}"/>
          </ac:spMkLst>
        </pc:spChg>
        <pc:spChg chg="add mod">
          <ac:chgData name="Kevin Hartman" userId="801a5cf5c13d3b0a" providerId="LiveId" clId="{C2CB9178-BD8E-40E0-955E-8ED85C435A33}" dt="2025-06-18T07:26:41.686" v="87" actId="20577"/>
          <ac:spMkLst>
            <pc:docMk/>
            <pc:sldMk cId="3885141820" sldId="284"/>
            <ac:spMk id="5" creationId="{60089D63-B4E9-0023-9C97-CEF66DDE7235}"/>
          </ac:spMkLst>
        </pc:spChg>
        <pc:spChg chg="mod">
          <ac:chgData name="Kevin Hartman" userId="801a5cf5c13d3b0a" providerId="LiveId" clId="{C2CB9178-BD8E-40E0-955E-8ED85C435A33}" dt="2025-06-18T07:25:58.473" v="46" actId="1076"/>
          <ac:spMkLst>
            <pc:docMk/>
            <pc:sldMk cId="3885141820" sldId="284"/>
            <ac:spMk id="12" creationId="{1B330A3D-4C03-C017-52A0-1443BD4A61C6}"/>
          </ac:spMkLst>
        </pc:spChg>
        <pc:spChg chg="mod">
          <ac:chgData name="Kevin Hartman" userId="801a5cf5c13d3b0a" providerId="LiveId" clId="{C2CB9178-BD8E-40E0-955E-8ED85C435A33}" dt="2025-06-18T07:26:05.388" v="47" actId="14100"/>
          <ac:spMkLst>
            <pc:docMk/>
            <pc:sldMk cId="3885141820" sldId="284"/>
            <ac:spMk id="15" creationId="{A8C9BCCB-E1C6-4CA4-C5FB-3BAB1ADECBBE}"/>
          </ac:spMkLst>
        </pc:spChg>
        <pc:spChg chg="del">
          <ac:chgData name="Kevin Hartman" userId="801a5cf5c13d3b0a" providerId="LiveId" clId="{C2CB9178-BD8E-40E0-955E-8ED85C435A33}" dt="2025-06-18T07:22:16.337" v="39" actId="478"/>
          <ac:spMkLst>
            <pc:docMk/>
            <pc:sldMk cId="3885141820" sldId="284"/>
            <ac:spMk id="16" creationId="{FE40292C-D102-2102-D8E3-8138D9E596A1}"/>
          </ac:spMkLst>
        </pc:spChg>
        <pc:spChg chg="del">
          <ac:chgData name="Kevin Hartman" userId="801a5cf5c13d3b0a" providerId="LiveId" clId="{C2CB9178-BD8E-40E0-955E-8ED85C435A33}" dt="2025-06-18T07:22:19.987" v="41" actId="478"/>
          <ac:spMkLst>
            <pc:docMk/>
            <pc:sldMk cId="3885141820" sldId="284"/>
            <ac:spMk id="18" creationId="{B0851273-5ACD-DCF9-9894-26F6484AB840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0" creationId="{4CF9B046-EF63-A6E1-92AA-00BDBCF293B6}"/>
          </ac:spMkLst>
        </pc:spChg>
        <pc:spChg chg="del">
          <ac:chgData name="Kevin Hartman" userId="801a5cf5c13d3b0a" providerId="LiveId" clId="{C2CB9178-BD8E-40E0-955E-8ED85C435A33}" dt="2025-06-18T07:22:18.800" v="40" actId="478"/>
          <ac:spMkLst>
            <pc:docMk/>
            <pc:sldMk cId="3885141820" sldId="284"/>
            <ac:spMk id="21" creationId="{ED59628C-E4A5-6851-2519-6AAB8C0A408E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2" creationId="{100FC48F-6B22-FBB3-30FA-14F4637FA22D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3" creationId="{C571217A-88E6-E892-9F27-845747478D3C}"/>
          </ac:spMkLst>
        </pc:spChg>
        <pc:spChg chg="del">
          <ac:chgData name="Kevin Hartman" userId="801a5cf5c13d3b0a" providerId="LiveId" clId="{C2CB9178-BD8E-40E0-955E-8ED85C435A33}" dt="2025-06-18T07:22:18.800" v="40" actId="478"/>
          <ac:spMkLst>
            <pc:docMk/>
            <pc:sldMk cId="3885141820" sldId="284"/>
            <ac:spMk id="24" creationId="{BB6D3DE3-4A71-F3E4-6ACF-CA69EBD56469}"/>
          </ac:spMkLst>
        </pc:spChg>
        <pc:spChg chg="del">
          <ac:chgData name="Kevin Hartman" userId="801a5cf5c13d3b0a" providerId="LiveId" clId="{C2CB9178-BD8E-40E0-955E-8ED85C435A33}" dt="2025-06-18T07:22:19.987" v="41" actId="478"/>
          <ac:spMkLst>
            <pc:docMk/>
            <pc:sldMk cId="3885141820" sldId="284"/>
            <ac:spMk id="25" creationId="{D922D248-5592-600D-55F7-2A87DDFF9764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7" creationId="{8854C700-1678-5184-028F-895DC2E26E7E}"/>
          </ac:spMkLst>
        </pc:spChg>
      </pc:sldChg>
      <pc:sldChg chg="addSp delSp modSp add mod ord setBg">
        <pc:chgData name="Kevin Hartman" userId="801a5cf5c13d3b0a" providerId="LiveId" clId="{C2CB9178-BD8E-40E0-955E-8ED85C435A33}" dt="2025-06-18T07:27:55.086" v="152" actId="21"/>
        <pc:sldMkLst>
          <pc:docMk/>
          <pc:sldMk cId="746430261" sldId="285"/>
        </pc:sldMkLst>
        <pc:spChg chg="del">
          <ac:chgData name="Kevin Hartman" userId="801a5cf5c13d3b0a" providerId="LiveId" clId="{C2CB9178-BD8E-40E0-955E-8ED85C435A33}" dt="2025-06-18T07:20:41.892" v="11" actId="478"/>
          <ac:spMkLst>
            <pc:docMk/>
            <pc:sldMk cId="746430261" sldId="285"/>
            <ac:spMk id="2" creationId="{5BB30D1B-8458-0384-DFD3-91279EA222C8}"/>
          </ac:spMkLst>
        </pc:spChg>
        <pc:spChg chg="del">
          <ac:chgData name="Kevin Hartman" userId="801a5cf5c13d3b0a" providerId="LiveId" clId="{C2CB9178-BD8E-40E0-955E-8ED85C435A33}" dt="2025-06-18T07:20:43.026" v="12" actId="478"/>
          <ac:spMkLst>
            <pc:docMk/>
            <pc:sldMk cId="746430261" sldId="285"/>
            <ac:spMk id="3" creationId="{2C2F175A-9761-6EC0-33D5-20C3339E147A}"/>
          </ac:spMkLst>
        </pc:spChg>
        <pc:spChg chg="add del mod">
          <ac:chgData name="Kevin Hartman" userId="801a5cf5c13d3b0a" providerId="LiveId" clId="{C2CB9178-BD8E-40E0-955E-8ED85C435A33}" dt="2025-06-18T07:27:55.086" v="152" actId="21"/>
          <ac:spMkLst>
            <pc:docMk/>
            <pc:sldMk cId="746430261" sldId="285"/>
            <ac:spMk id="4" creationId="{7CBB5A46-8316-C114-D895-B4E47E700FDC}"/>
          </ac:spMkLst>
        </pc:spChg>
        <pc:spChg chg="mod">
          <ac:chgData name="Kevin Hartman" userId="801a5cf5c13d3b0a" providerId="LiveId" clId="{C2CB9178-BD8E-40E0-955E-8ED85C435A33}" dt="2025-06-18T07:20:51.523" v="24" actId="20577"/>
          <ac:spMkLst>
            <pc:docMk/>
            <pc:sldMk cId="746430261" sldId="285"/>
            <ac:spMk id="6" creationId="{894BED0D-BB51-7329-1062-53BD342477F7}"/>
          </ac:spMkLst>
        </pc:spChg>
      </pc:sldChg>
      <pc:sldChg chg="add ord">
        <pc:chgData name="Kevin Hartman" userId="801a5cf5c13d3b0a" providerId="LiveId" clId="{C2CB9178-BD8E-40E0-955E-8ED85C435A33}" dt="2025-06-18T07:20:38.966" v="10"/>
        <pc:sldMkLst>
          <pc:docMk/>
          <pc:sldMk cId="1540677757" sldId="286"/>
        </pc:sldMkLst>
      </pc:sldChg>
    </pc:docChg>
  </pc:docChgLst>
  <pc:docChgLst>
    <pc:chgData name="Kevin Hartman" userId="801a5cf5c13d3b0a" providerId="LiveId" clId="{BC4A1406-F9EC-4897-B3E3-B230504629B1}"/>
    <pc:docChg chg="undo custSel addSld modSld">
      <pc:chgData name="Kevin Hartman" userId="801a5cf5c13d3b0a" providerId="LiveId" clId="{BC4A1406-F9EC-4897-B3E3-B230504629B1}" dt="2025-06-04T18:26:03.480" v="311" actId="1076"/>
      <pc:docMkLst>
        <pc:docMk/>
      </pc:docMkLst>
      <pc:sldChg chg="addSp delSp modSp add mod">
        <pc:chgData name="Kevin Hartman" userId="801a5cf5c13d3b0a" providerId="LiveId" clId="{BC4A1406-F9EC-4897-B3E3-B230504629B1}" dt="2025-06-04T18:08:07.952" v="125" actId="14100"/>
        <pc:sldMkLst>
          <pc:docMk/>
          <pc:sldMk cId="2782155235" sldId="269"/>
        </pc:sldMkLst>
      </pc:sldChg>
      <pc:sldChg chg="addSp delSp modSp add mod">
        <pc:chgData name="Kevin Hartman" userId="801a5cf5c13d3b0a" providerId="LiveId" clId="{BC4A1406-F9EC-4897-B3E3-B230504629B1}" dt="2025-06-04T18:26:03.480" v="311" actId="1076"/>
        <pc:sldMkLst>
          <pc:docMk/>
          <pc:sldMk cId="781357860" sldId="270"/>
        </pc:sldMkLst>
        <pc:spChg chg="add 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2" creationId="{B9C3F6F5-2B3D-20FF-7F25-4678F946C9B1}"/>
          </ac:spMkLst>
        </pc:spChg>
        <pc:spChg chg="mod">
          <ac:chgData name="Kevin Hartman" userId="801a5cf5c13d3b0a" providerId="LiveId" clId="{BC4A1406-F9EC-4897-B3E3-B230504629B1}" dt="2025-06-04T18:13:52.229" v="203" actId="14100"/>
          <ac:spMkLst>
            <pc:docMk/>
            <pc:sldMk cId="781357860" sldId="270"/>
            <ac:spMk id="4" creationId="{48EE58FE-C40D-220C-5D97-06350A15A19D}"/>
          </ac:spMkLst>
        </pc:spChg>
        <pc:spChg chg="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7" creationId="{CD8A7F9D-5F87-BFE2-BF4F-D508712969E7}"/>
          </ac:spMkLst>
        </pc:spChg>
        <pc:spChg chg="mod">
          <ac:chgData name="Kevin Hartman" userId="801a5cf5c13d3b0a" providerId="LiveId" clId="{BC4A1406-F9EC-4897-B3E3-B230504629B1}" dt="2025-06-04T18:13:49.600" v="202" actId="14100"/>
          <ac:spMkLst>
            <pc:docMk/>
            <pc:sldMk cId="781357860" sldId="270"/>
            <ac:spMk id="13" creationId="{C03F2CE7-378E-A3F7-6650-39236EFA3435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6" creationId="{98FE7D55-CFF1-79C2-5AFB-8F788B855B10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8" creationId="{4D432AF5-4A2E-B1E0-5BC3-97CFC52D8BDD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1" creationId="{D6D8C3A3-AE04-C9DB-6446-E6AE4C74380F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2" creationId="{DD83068B-957B-A284-CE08-9DC3B5EDF18B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3" creationId="{9D5A2168-842E-B78F-743D-7F6039984B10}"/>
          </ac:spMkLst>
        </pc:spChg>
        <pc:spChg chg="add mod">
          <ac:chgData name="Kevin Hartman" userId="801a5cf5c13d3b0a" providerId="LiveId" clId="{BC4A1406-F9EC-4897-B3E3-B230504629B1}" dt="2025-06-04T18:25:13.841" v="301" actId="1076"/>
          <ac:spMkLst>
            <pc:docMk/>
            <pc:sldMk cId="781357860" sldId="270"/>
            <ac:spMk id="33" creationId="{B95DE2EE-FD79-0475-E838-DD0A6DB16FFF}"/>
          </ac:spMkLst>
        </pc:spChg>
        <pc:spChg chg="add mod">
          <ac:chgData name="Kevin Hartman" userId="801a5cf5c13d3b0a" providerId="LiveId" clId="{BC4A1406-F9EC-4897-B3E3-B230504629B1}" dt="2025-06-04T18:26:03.480" v="311" actId="1076"/>
          <ac:spMkLst>
            <pc:docMk/>
            <pc:sldMk cId="781357860" sldId="270"/>
            <ac:spMk id="34" creationId="{1344BA10-1561-C0AD-79BB-2F31DABE354A}"/>
          </ac:spMkLst>
        </pc:spChg>
        <pc:spChg chg="add mod">
          <ac:chgData name="Kevin Hartman" userId="801a5cf5c13d3b0a" providerId="LiveId" clId="{BC4A1406-F9EC-4897-B3E3-B230504629B1}" dt="2025-06-04T18:25:51.395" v="308" actId="1076"/>
          <ac:spMkLst>
            <pc:docMk/>
            <pc:sldMk cId="781357860" sldId="270"/>
            <ac:spMk id="35" creationId="{203585AE-0AF2-BE48-BB06-3F3CD804BA87}"/>
          </ac:spMkLst>
        </pc:sp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5" creationId="{78D2D0A0-6BFF-9CEB-B877-2E4DBDE4D7CB}"/>
          </ac:picMkLst>
        </pc:picChg>
        <pc:picChg chg="mod">
          <ac:chgData name="Kevin Hartman" userId="801a5cf5c13d3b0a" providerId="LiveId" clId="{BC4A1406-F9EC-4897-B3E3-B230504629B1}" dt="2025-06-04T18:18:42.682" v="271" actId="1076"/>
          <ac:picMkLst>
            <pc:docMk/>
            <pc:sldMk cId="781357860" sldId="270"/>
            <ac:picMk id="6" creationId="{457C985D-0930-CBD2-22E1-D3DFD2C2B25C}"/>
          </ac:picMkLst>
        </pc:picChg>
        <pc:picChg chg="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9" creationId="{6D22F24C-92AB-A244-CD81-F4FC64AB4726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0" creationId="{EC2FFC4F-61A3-5B8F-94FB-24EB841434A2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4" creationId="{D3B4051F-A01B-4EE2-AD4E-F303C1E88E0A}"/>
          </ac:picMkLst>
        </pc:picChg>
        <pc:picChg chg="add mod">
          <ac:chgData name="Kevin Hartman" userId="801a5cf5c13d3b0a" providerId="LiveId" clId="{BC4A1406-F9EC-4897-B3E3-B230504629B1}" dt="2025-06-04T18:23:42.570" v="282" actId="1076"/>
          <ac:picMkLst>
            <pc:docMk/>
            <pc:sldMk cId="781357860" sldId="270"/>
            <ac:picMk id="20" creationId="{085BEDD4-1EAF-8971-21BA-52B2B42BAB84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4" creationId="{0BCE0AE4-3AD8-821D-5E7E-0523305AEF52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5" creationId="{6892F983-C8B7-5155-483E-864F74306E6C}"/>
          </ac:picMkLst>
        </pc:picChg>
        <pc:picChg chg="add mod">
          <ac:chgData name="Kevin Hartman" userId="801a5cf5c13d3b0a" providerId="LiveId" clId="{BC4A1406-F9EC-4897-B3E3-B230504629B1}" dt="2025-06-04T18:23:56.035" v="284" actId="1076"/>
          <ac:picMkLst>
            <pc:docMk/>
            <pc:sldMk cId="781357860" sldId="270"/>
            <ac:picMk id="26" creationId="{C4D724D3-3F46-F6B2-2095-82D851E38BE5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7" creationId="{D2398007-7F32-8F28-853A-66818E3FE7A4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8" creationId="{D7DB3654-0E46-0362-794B-B14B26F343A2}"/>
          </ac:picMkLst>
        </pc:picChg>
        <pc:picChg chg="add mod">
          <ac:chgData name="Kevin Hartman" userId="801a5cf5c13d3b0a" providerId="LiveId" clId="{BC4A1406-F9EC-4897-B3E3-B230504629B1}" dt="2025-06-04T18:24:47.393" v="293" actId="1076"/>
          <ac:picMkLst>
            <pc:docMk/>
            <pc:sldMk cId="781357860" sldId="270"/>
            <ac:picMk id="30" creationId="{4C97E7D4-E4A0-6900-5D94-C4D3D2BA8CF6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31" creationId="{A1762CEA-A5CE-BFA1-C5CE-03B9C4D96A61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32" creationId="{9BCAB659-615E-AB3A-C1AC-404D38C2DC9B}"/>
          </ac:picMkLst>
        </pc:picChg>
      </pc:sldChg>
    </pc:docChg>
  </pc:docChgLst>
  <pc:docChgLst>
    <pc:chgData name="Kevin Hartman" userId="801a5cf5c13d3b0a" providerId="LiveId" clId="{65FAB684-3557-4CC6-BD35-F0B79AE4B1A1}"/>
    <pc:docChg chg="addSld delSld modSld">
      <pc:chgData name="Kevin Hartman" userId="801a5cf5c13d3b0a" providerId="LiveId" clId="{65FAB684-3557-4CC6-BD35-F0B79AE4B1A1}" dt="2025-06-07T07:19:56.626" v="46" actId="20577"/>
      <pc:docMkLst>
        <pc:docMk/>
      </pc:docMkLst>
      <pc:sldChg chg="del">
        <pc:chgData name="Kevin Hartman" userId="801a5cf5c13d3b0a" providerId="LiveId" clId="{65FAB684-3557-4CC6-BD35-F0B79AE4B1A1}" dt="2025-06-07T06:25:27.238" v="0" actId="2696"/>
        <pc:sldMkLst>
          <pc:docMk/>
          <pc:sldMk cId="1970963872" sldId="262"/>
        </pc:sldMkLst>
      </pc:sldChg>
      <pc:sldChg chg="add setBg">
        <pc:chgData name="Kevin Hartman" userId="801a5cf5c13d3b0a" providerId="LiveId" clId="{65FAB684-3557-4CC6-BD35-F0B79AE4B1A1}" dt="2025-06-07T06:49:32.411" v="37"/>
        <pc:sldMkLst>
          <pc:docMk/>
          <pc:sldMk cId="3746087378" sldId="271"/>
        </pc:sldMkLst>
      </pc:sldChg>
      <pc:sldChg chg="modSp mod">
        <pc:chgData name="Kevin Hartman" userId="801a5cf5c13d3b0a" providerId="LiveId" clId="{65FAB684-3557-4CC6-BD35-F0B79AE4B1A1}" dt="2025-06-07T07:19:56.626" v="46" actId="20577"/>
        <pc:sldMkLst>
          <pc:docMk/>
          <pc:sldMk cId="3634241606" sldId="272"/>
        </pc:sldMkLst>
        <pc:spChg chg="mod">
          <ac:chgData name="Kevin Hartman" userId="801a5cf5c13d3b0a" providerId="LiveId" clId="{65FAB684-3557-4CC6-BD35-F0B79AE4B1A1}" dt="2025-06-07T07:19:56.626" v="46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65FAB684-3557-4CC6-BD35-F0B79AE4B1A1}" dt="2025-06-07T06:35:44.677" v="35" actId="20577"/>
          <ac:spMkLst>
            <pc:docMk/>
            <pc:sldMk cId="3634241606" sldId="272"/>
            <ac:spMk id="14" creationId="{0DBFF9A0-DBE5-AF76-2652-9D141BD0B2F0}"/>
          </ac:spMkLst>
        </pc:spChg>
      </pc:sldChg>
    </pc:docChg>
  </pc:docChgLst>
  <pc:docChgLst>
    <pc:chgData name="Kevin Hartman" userId="801a5cf5c13d3b0a" providerId="LiveId" clId="{560C9728-C4CA-42FD-A552-44E3802DEF9E}"/>
    <pc:docChg chg="undo custSel addSld delSld modSld">
      <pc:chgData name="Kevin Hartman" userId="801a5cf5c13d3b0a" providerId="LiveId" clId="{560C9728-C4CA-42FD-A552-44E3802DEF9E}" dt="2025-06-04T17:59:01.987" v="366" actId="478"/>
      <pc:docMkLst>
        <pc:docMk/>
      </pc:docMkLst>
      <pc:sldChg chg="addSp delSp modSp mod setBg">
        <pc:chgData name="Kevin Hartman" userId="801a5cf5c13d3b0a" providerId="LiveId" clId="{560C9728-C4CA-42FD-A552-44E3802DEF9E}" dt="2025-06-04T17:22:50.171" v="202" actId="6549"/>
        <pc:sldMkLst>
          <pc:docMk/>
          <pc:sldMk cId="954519515" sldId="258"/>
        </pc:sldMkLst>
        <pc:spChg chg="add mod">
          <ac:chgData name="Kevin Hartman" userId="801a5cf5c13d3b0a" providerId="LiveId" clId="{560C9728-C4CA-42FD-A552-44E3802DEF9E}" dt="2025-06-04T17:15:21.636" v="42" actId="20577"/>
          <ac:spMkLst>
            <pc:docMk/>
            <pc:sldMk cId="954519515" sldId="258"/>
            <ac:spMk id="2" creationId="{1D13DE1B-4EEE-602A-EBB4-D8092E1FEC05}"/>
          </ac:spMkLst>
        </pc:spChg>
        <pc:spChg chg="add mod">
          <ac:chgData name="Kevin Hartman" userId="801a5cf5c13d3b0a" providerId="LiveId" clId="{560C9728-C4CA-42FD-A552-44E3802DEF9E}" dt="2025-06-04T17:22:50.171" v="202" actId="6549"/>
          <ac:spMkLst>
            <pc:docMk/>
            <pc:sldMk cId="954519515" sldId="258"/>
            <ac:spMk id="6" creationId="{EAC5B943-CC45-5C02-F4D7-FA59B215B8A0}"/>
          </ac:spMkLst>
        </pc:spChg>
      </pc:sldChg>
      <pc:sldChg chg="addSp delSp modSp mod">
        <pc:chgData name="Kevin Hartman" userId="801a5cf5c13d3b0a" providerId="LiveId" clId="{560C9728-C4CA-42FD-A552-44E3802DEF9E}" dt="2025-06-04T17:27:16.127" v="222" actId="1076"/>
        <pc:sldMkLst>
          <pc:docMk/>
          <pc:sldMk cId="1248774480" sldId="263"/>
        </pc:sldMkLst>
      </pc:sldChg>
      <pc:sldChg chg="modSp del mod">
        <pc:chgData name="Kevin Hartman" userId="801a5cf5c13d3b0a" providerId="LiveId" clId="{560C9728-C4CA-42FD-A552-44E3802DEF9E}" dt="2025-06-04T17:12:18.024" v="13" actId="2696"/>
        <pc:sldMkLst>
          <pc:docMk/>
          <pc:sldMk cId="4195808195" sldId="264"/>
        </pc:sldMkLst>
      </pc:sldChg>
      <pc:sldChg chg="del">
        <pc:chgData name="Kevin Hartman" userId="801a5cf5c13d3b0a" providerId="LiveId" clId="{560C9728-C4CA-42FD-A552-44E3802DEF9E}" dt="2025-06-04T17:11:16.304" v="0" actId="2696"/>
        <pc:sldMkLst>
          <pc:docMk/>
          <pc:sldMk cId="436712146" sldId="265"/>
        </pc:sldMkLst>
      </pc:sldChg>
      <pc:sldChg chg="delSp del mod">
        <pc:chgData name="Kevin Hartman" userId="801a5cf5c13d3b0a" providerId="LiveId" clId="{560C9728-C4CA-42FD-A552-44E3802DEF9E}" dt="2025-06-04T17:12:06.607" v="11" actId="2696"/>
        <pc:sldMkLst>
          <pc:docMk/>
          <pc:sldMk cId="2611257862" sldId="266"/>
        </pc:sldMkLst>
      </pc:sldChg>
      <pc:sldChg chg="delSp modSp add mod">
        <pc:chgData name="Kevin Hartman" userId="801a5cf5c13d3b0a" providerId="LiveId" clId="{560C9728-C4CA-42FD-A552-44E3802DEF9E}" dt="2025-06-04T17:23:30.586" v="216" actId="3064"/>
        <pc:sldMkLst>
          <pc:docMk/>
          <pc:sldMk cId="3610727685" sldId="267"/>
        </pc:sldMkLst>
        <pc:spChg chg="mod">
          <ac:chgData name="Kevin Hartman" userId="801a5cf5c13d3b0a" providerId="LiveId" clId="{560C9728-C4CA-42FD-A552-44E3802DEF9E}" dt="2025-06-04T17:23:30.586" v="216" actId="3064"/>
          <ac:spMkLst>
            <pc:docMk/>
            <pc:sldMk cId="3610727685" sldId="267"/>
            <ac:spMk id="3" creationId="{A218E740-3451-BBB6-1CB5-7117BB1F83D4}"/>
          </ac:spMkLst>
        </pc:spChg>
        <pc:spChg chg="mod">
          <ac:chgData name="Kevin Hartman" userId="801a5cf5c13d3b0a" providerId="LiveId" clId="{560C9728-C4CA-42FD-A552-44E3802DEF9E}" dt="2025-06-04T17:12:11.684" v="12" actId="1076"/>
          <ac:spMkLst>
            <pc:docMk/>
            <pc:sldMk cId="3610727685" sldId="267"/>
            <ac:spMk id="8" creationId="{56191F34-22CB-5DCC-979B-194A383B6CFB}"/>
          </ac:spMkLst>
        </pc:spChg>
      </pc:sldChg>
      <pc:sldChg chg="addSp delSp modSp add mod setBg">
        <pc:chgData name="Kevin Hartman" userId="801a5cf5c13d3b0a" providerId="LiveId" clId="{560C9728-C4CA-42FD-A552-44E3802DEF9E}" dt="2025-06-04T17:59:01.987" v="366" actId="478"/>
        <pc:sldMkLst>
          <pc:docMk/>
          <pc:sldMk cId="343722355" sldId="268"/>
        </pc:sldMkLst>
      </pc:sldChg>
    </pc:docChg>
  </pc:docChgLst>
  <pc:docChgLst>
    <pc:chgData name="Kevin Hartman" userId="801a5cf5c13d3b0a" providerId="LiveId" clId="{E59BA402-C1A1-4279-9386-7399EC4EAF6E}"/>
    <pc:docChg chg="addSld modSld">
      <pc:chgData name="Kevin Hartman" userId="801a5cf5c13d3b0a" providerId="LiveId" clId="{E59BA402-C1A1-4279-9386-7399EC4EAF6E}" dt="2025-06-16T07:39:05.116" v="2"/>
      <pc:docMkLst>
        <pc:docMk/>
      </pc:docMkLst>
      <pc:sldChg chg="add setBg">
        <pc:chgData name="Kevin Hartman" userId="801a5cf5c13d3b0a" providerId="LiveId" clId="{E59BA402-C1A1-4279-9386-7399EC4EAF6E}" dt="2025-06-16T07:39:05.116" v="2"/>
        <pc:sldMkLst>
          <pc:docMk/>
          <pc:sldMk cId="769979381" sldId="282"/>
        </pc:sldMkLst>
      </pc:sldChg>
    </pc:docChg>
  </pc:docChgLst>
  <pc:docChgLst>
    <pc:chgData name="Kevin Hartman" userId="801a5cf5c13d3b0a" providerId="LiveId" clId="{94B90ECE-6788-425C-BF8C-BCA681F9E2AE}"/>
    <pc:docChg chg="custSel addSld modSld sldOrd">
      <pc:chgData name="Kevin Hartman" userId="801a5cf5c13d3b0a" providerId="LiveId" clId="{94B90ECE-6788-425C-BF8C-BCA681F9E2AE}" dt="2025-06-11T09:00:29.379" v="1778" actId="1076"/>
      <pc:docMkLst>
        <pc:docMk/>
      </pc:docMkLst>
      <pc:sldChg chg="addSp delSp modSp mod">
        <pc:chgData name="Kevin Hartman" userId="801a5cf5c13d3b0a" providerId="LiveId" clId="{94B90ECE-6788-425C-BF8C-BCA681F9E2AE}" dt="2025-06-11T08:40:15.489" v="1218" actId="14100"/>
        <pc:sldMkLst>
          <pc:docMk/>
          <pc:sldMk cId="3746087378" sldId="271"/>
        </pc:sldMkLst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4" creationId="{C16D5EB6-F7B8-2F65-022B-BBDBA0335BEA}"/>
          </ac:spMkLst>
        </pc:spChg>
        <pc:spChg chg="mod topLvl">
          <ac:chgData name="Kevin Hartman" userId="801a5cf5c13d3b0a" providerId="LiveId" clId="{94B90ECE-6788-425C-BF8C-BCA681F9E2AE}" dt="2025-06-11T08:40:15.489" v="1218" actId="14100"/>
          <ac:spMkLst>
            <pc:docMk/>
            <pc:sldMk cId="3746087378" sldId="271"/>
            <ac:spMk id="5" creationId="{BECB4BC8-4CCC-AABD-B526-F5115EB1B4D3}"/>
          </ac:spMkLst>
        </pc:spChg>
        <pc:spChg chg="add mod topLvl">
          <ac:chgData name="Kevin Hartman" userId="801a5cf5c13d3b0a" providerId="LiveId" clId="{94B90ECE-6788-425C-BF8C-BCA681F9E2AE}" dt="2025-06-11T08:22:49.459" v="451" actId="2085"/>
          <ac:spMkLst>
            <pc:docMk/>
            <pc:sldMk cId="3746087378" sldId="271"/>
            <ac:spMk id="6" creationId="{58DF7C3F-03C0-D0B0-0C62-14319F921916}"/>
          </ac:spMkLst>
        </pc:spChg>
        <pc:spChg chg="mod topLvl">
          <ac:chgData name="Kevin Hartman" userId="801a5cf5c13d3b0a" providerId="LiveId" clId="{94B90ECE-6788-425C-BF8C-BCA681F9E2AE}" dt="2025-06-11T08:40:08.757" v="1215" actId="14100"/>
          <ac:spMkLst>
            <pc:docMk/>
            <pc:sldMk cId="3746087378" sldId="271"/>
            <ac:spMk id="7" creationId="{F64BE28E-9795-DCAA-732E-9790215E237B}"/>
          </ac:spMkLst>
        </pc:spChg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8" creationId="{AD536F55-81AF-1CFD-1E80-77BC55812D39}"/>
          </ac:spMkLst>
        </pc:spChg>
        <pc:spChg chg="add mod topLvl">
          <ac:chgData name="Kevin Hartman" userId="801a5cf5c13d3b0a" providerId="LiveId" clId="{94B90ECE-6788-425C-BF8C-BCA681F9E2AE}" dt="2025-06-11T08:40:06.539" v="1214" actId="14100"/>
          <ac:spMkLst>
            <pc:docMk/>
            <pc:sldMk cId="3746087378" sldId="271"/>
            <ac:spMk id="9" creationId="{08894AE5-32FF-7BB1-6680-83F81DE2FD6A}"/>
          </ac:spMkLst>
        </pc:spChg>
        <pc:spChg chg="add mod">
          <ac:chgData name="Kevin Hartman" userId="801a5cf5c13d3b0a" providerId="LiveId" clId="{94B90ECE-6788-425C-BF8C-BCA681F9E2AE}" dt="2025-06-11T08:24:26.529" v="488" actId="14100"/>
          <ac:spMkLst>
            <pc:docMk/>
            <pc:sldMk cId="3746087378" sldId="271"/>
            <ac:spMk id="11" creationId="{4F830B43-F57E-4CD9-AEAC-540211606A5F}"/>
          </ac:spMkLst>
        </pc:spChg>
      </pc:sldChg>
      <pc:sldChg chg="modSp mod">
        <pc:chgData name="Kevin Hartman" userId="801a5cf5c13d3b0a" providerId="LiveId" clId="{94B90ECE-6788-425C-BF8C-BCA681F9E2AE}" dt="2025-06-11T08:41:57.669" v="1232" actId="20577"/>
        <pc:sldMkLst>
          <pc:docMk/>
          <pc:sldMk cId="3634241606" sldId="272"/>
        </pc:sldMkLst>
        <pc:spChg chg="mod">
          <ac:chgData name="Kevin Hartman" userId="801a5cf5c13d3b0a" providerId="LiveId" clId="{94B90ECE-6788-425C-BF8C-BCA681F9E2AE}" dt="2025-06-11T08:26:20.619" v="532" actId="1038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94B90ECE-6788-425C-BF8C-BCA681F9E2AE}" dt="2025-06-11T08:25:57.329" v="521" actId="208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94B90ECE-6788-425C-BF8C-BCA681F9E2AE}" dt="2025-06-11T08:29:03.820" v="671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94B90ECE-6788-425C-BF8C-BCA681F9E2AE}" dt="2025-06-11T08:26:18.039" v="531" actId="1037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94B90ECE-6788-425C-BF8C-BCA681F9E2AE}" dt="2025-06-11T08:26:14.949" v="529" actId="103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94B90ECE-6788-425C-BF8C-BCA681F9E2AE}" dt="2025-06-11T08:41:57.669" v="1232" actId="20577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94B90ECE-6788-425C-BF8C-BCA681F9E2AE}" dt="2025-06-11T08:26:25.919" v="534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94B90ECE-6788-425C-BF8C-BCA681F9E2AE}" dt="2025-06-11T08:26:32.479" v="536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94B90ECE-6788-425C-BF8C-BCA681F9E2AE}" dt="2025-06-11T08:26:34.449" v="537" actId="1076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94B90ECE-6788-425C-BF8C-BCA681F9E2AE}" dt="2025-06-11T08:26:39.349" v="538" actId="1076"/>
          <ac:spMkLst>
            <pc:docMk/>
            <pc:sldMk cId="3634241606" sldId="272"/>
            <ac:spMk id="18" creationId="{E18FE809-1B71-2669-98A5-B9C8B63233D0}"/>
          </ac:spMkLst>
        </pc:spChg>
      </pc:sldChg>
      <pc:sldChg chg="addSp delSp modSp add mod">
        <pc:chgData name="Kevin Hartman" userId="801a5cf5c13d3b0a" providerId="LiveId" clId="{94B90ECE-6788-425C-BF8C-BCA681F9E2AE}" dt="2025-06-11T08:48:56.552" v="1417" actId="208"/>
        <pc:sldMkLst>
          <pc:docMk/>
          <pc:sldMk cId="3654312689" sldId="274"/>
        </pc:sldMkLst>
        <pc:spChg chg="mod">
          <ac:chgData name="Kevin Hartman" userId="801a5cf5c13d3b0a" providerId="LiveId" clId="{94B90ECE-6788-425C-BF8C-BCA681F9E2AE}" dt="2025-06-11T08:42:05.329" v="1244" actId="20577"/>
          <ac:spMkLst>
            <pc:docMk/>
            <pc:sldMk cId="3654312689" sldId="274"/>
            <ac:spMk id="3" creationId="{22205EC9-C620-51CF-59B4-C781FA24C816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4" creationId="{DA404B48-8CAD-85A6-C66C-AC9CABB20B34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17" creationId="{AAFAE932-9F02-CB1A-7AC9-467F43DC7525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0" creationId="{C2B4B9B0-2E14-2FFF-2E32-451FE71E38F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5" creationId="{B54CC5F5-8B77-098F-B586-3F82B2FC8B1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7" creationId="{E30D7BDB-1F4C-E757-F5A6-7DE3156A113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8" creationId="{EBF09AF1-F58B-8B6F-15A2-6A1FEDF6EEEE}"/>
          </ac:spMkLst>
        </pc:spChg>
      </pc:sldChg>
      <pc:sldChg chg="addSp delSp modSp add mod">
        <pc:chgData name="Kevin Hartman" userId="801a5cf5c13d3b0a" providerId="LiveId" clId="{94B90ECE-6788-425C-BF8C-BCA681F9E2AE}" dt="2025-06-11T08:37:32.249" v="1049" actId="165"/>
        <pc:sldMkLst>
          <pc:docMk/>
          <pc:sldMk cId="395188290" sldId="275"/>
        </pc:sldMkLst>
        <pc:spChg chg="add mod">
          <ac:chgData name="Kevin Hartman" userId="801a5cf5c13d3b0a" providerId="LiveId" clId="{94B90ECE-6788-425C-BF8C-BCA681F9E2AE}" dt="2025-06-11T08:24:50.166" v="512" actId="14100"/>
          <ac:spMkLst>
            <pc:docMk/>
            <pc:sldMk cId="395188290" sldId="275"/>
            <ac:spMk id="10" creationId="{E6255DD2-6EFB-6BCF-ABF3-C75300CCDE8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1" creationId="{D10E52DA-273A-6D50-F870-EEE193E91E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2" creationId="{43A46E45-7C66-8742-4A27-F1F01A0BD2F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5" creationId="{B2653D81-1BD9-751F-2C5A-336FEAA42D23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6" creationId="{0D693161-2C97-B996-A642-24A6E3973ECD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8" creationId="{59566D40-FB0A-9440-0213-9402D825B9C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0" creationId="{37069335-E578-F079-928C-96F5CC5AE599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1" creationId="{65107A95-FADC-1697-D1CA-62C9AF58BFD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2" creationId="{F9A885C6-8EE2-ECFB-73F2-1E184FF7A4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3" creationId="{2D2CCC73-5AD9-56B1-2A5D-40F03BE5FCA7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4" creationId="{7149751A-38CD-F62F-1C7F-E36D8DC64264}"/>
          </ac:spMkLst>
        </pc:spChg>
        <pc:spChg chg="add mod">
          <ac:chgData name="Kevin Hartman" userId="801a5cf5c13d3b0a" providerId="LiveId" clId="{94B90ECE-6788-425C-BF8C-BCA681F9E2AE}" dt="2025-06-11T08:37:01.439" v="1042" actId="14100"/>
          <ac:spMkLst>
            <pc:docMk/>
            <pc:sldMk cId="395188290" sldId="275"/>
            <ac:spMk id="25" creationId="{70D4A10D-3DC9-E2BF-9B04-87312E162405}"/>
          </ac:spMkLst>
        </pc:spChg>
        <pc:spChg chg="add mod">
          <ac:chgData name="Kevin Hartman" userId="801a5cf5c13d3b0a" providerId="LiveId" clId="{94B90ECE-6788-425C-BF8C-BCA681F9E2AE}" dt="2025-06-11T08:37:15.575" v="1046" actId="20577"/>
          <ac:spMkLst>
            <pc:docMk/>
            <pc:sldMk cId="395188290" sldId="275"/>
            <ac:spMk id="27" creationId="{123C9AB6-A54B-38F0-99ED-5ED4EED68D78}"/>
          </ac:spMkLst>
        </pc:spChg>
      </pc:sldChg>
      <pc:sldChg chg="addSp delSp modSp add mod">
        <pc:chgData name="Kevin Hartman" userId="801a5cf5c13d3b0a" providerId="LiveId" clId="{94B90ECE-6788-425C-BF8C-BCA681F9E2AE}" dt="2025-06-11T09:00:29.379" v="1778" actId="1076"/>
        <pc:sldMkLst>
          <pc:docMk/>
          <pc:sldMk cId="1901291300" sldId="276"/>
        </pc:sldMkLst>
        <pc:spChg chg="add mod">
          <ac:chgData name="Kevin Hartman" userId="801a5cf5c13d3b0a" providerId="LiveId" clId="{94B90ECE-6788-425C-BF8C-BCA681F9E2AE}" dt="2025-06-11T08:50:25.279" v="1500" actId="207"/>
          <ac:spMkLst>
            <pc:docMk/>
            <pc:sldMk cId="1901291300" sldId="276"/>
            <ac:spMk id="3" creationId="{B64166FE-6558-DEB1-2917-D5A660DB9814}"/>
          </ac:spMkLst>
        </pc:spChg>
        <pc:spChg chg="mod">
          <ac:chgData name="Kevin Hartman" userId="801a5cf5c13d3b0a" providerId="LiveId" clId="{94B90ECE-6788-425C-BF8C-BCA681F9E2AE}" dt="2025-06-11T08:51:06.477" v="1523" actId="20577"/>
          <ac:spMkLst>
            <pc:docMk/>
            <pc:sldMk cId="1901291300" sldId="276"/>
            <ac:spMk id="10" creationId="{5F0C334F-F24D-F098-108A-AF7FA21D72E4}"/>
          </ac:spMkLst>
        </pc:spChg>
        <pc:spChg chg="mod">
          <ac:chgData name="Kevin Hartman" userId="801a5cf5c13d3b0a" providerId="LiveId" clId="{94B90ECE-6788-425C-BF8C-BCA681F9E2AE}" dt="2025-06-11T08:49:59.529" v="1461" actId="20577"/>
          <ac:spMkLst>
            <pc:docMk/>
            <pc:sldMk cId="1901291300" sldId="276"/>
            <ac:spMk id="11" creationId="{B977D03C-FE2F-8E34-E262-15B6B156FC91}"/>
          </ac:spMkLst>
        </pc:spChg>
        <pc:spChg chg="mod">
          <ac:chgData name="Kevin Hartman" userId="801a5cf5c13d3b0a" providerId="LiveId" clId="{94B90ECE-6788-425C-BF8C-BCA681F9E2AE}" dt="2025-06-11T08:50:02.852" v="1474" actId="20577"/>
          <ac:spMkLst>
            <pc:docMk/>
            <pc:sldMk cId="1901291300" sldId="276"/>
            <ac:spMk id="12" creationId="{E3DBEAE1-C4DA-0148-C38A-8B96CAB552F1}"/>
          </ac:spMkLst>
        </pc:spChg>
        <pc:spChg chg="mod">
          <ac:chgData name="Kevin Hartman" userId="801a5cf5c13d3b0a" providerId="LiveId" clId="{94B90ECE-6788-425C-BF8C-BCA681F9E2AE}" dt="2025-06-11T08:50:52.689" v="1509" actId="20577"/>
          <ac:spMkLst>
            <pc:docMk/>
            <pc:sldMk cId="1901291300" sldId="276"/>
            <ac:spMk id="16" creationId="{5FCE5D7E-1EB7-1E53-281F-BCE90E941E6F}"/>
          </ac:spMkLst>
        </pc:spChg>
        <pc:spChg chg="mod">
          <ac:chgData name="Kevin Hartman" userId="801a5cf5c13d3b0a" providerId="LiveId" clId="{94B90ECE-6788-425C-BF8C-BCA681F9E2AE}" dt="2025-06-11T08:50:55.779" v="1513" actId="20577"/>
          <ac:spMkLst>
            <pc:docMk/>
            <pc:sldMk cId="1901291300" sldId="276"/>
            <ac:spMk id="21" creationId="{E63E312E-81EF-4E2E-D165-46A30798A110}"/>
          </ac:spMkLst>
        </pc:spChg>
        <pc:spChg chg="mod">
          <ac:chgData name="Kevin Hartman" userId="801a5cf5c13d3b0a" providerId="LiveId" clId="{94B90ECE-6788-425C-BF8C-BCA681F9E2AE}" dt="2025-06-11T08:50:57.879" v="1517" actId="20577"/>
          <ac:spMkLst>
            <pc:docMk/>
            <pc:sldMk cId="1901291300" sldId="276"/>
            <ac:spMk id="24" creationId="{2847509F-7CDD-5BB4-6FE7-FBED3A0874BC}"/>
          </ac:spMkLst>
        </pc:spChg>
        <pc:picChg chg="add mod">
          <ac:chgData name="Kevin Hartman" userId="801a5cf5c13d3b0a" providerId="LiveId" clId="{94B90ECE-6788-425C-BF8C-BCA681F9E2AE}" dt="2025-06-11T08:59:28.222" v="1764" actId="1076"/>
          <ac:picMkLst>
            <pc:docMk/>
            <pc:sldMk cId="1901291300" sldId="276"/>
            <ac:picMk id="3074" creationId="{39292B54-3F7D-5E1E-C16F-CA7CF57E7C0C}"/>
          </ac:picMkLst>
        </pc:picChg>
        <pc:picChg chg="add mod">
          <ac:chgData name="Kevin Hartman" userId="801a5cf5c13d3b0a" providerId="LiveId" clId="{94B90ECE-6788-425C-BF8C-BCA681F9E2AE}" dt="2025-06-11T09:00:29.379" v="1778" actId="1076"/>
          <ac:picMkLst>
            <pc:docMk/>
            <pc:sldMk cId="1901291300" sldId="276"/>
            <ac:picMk id="3076" creationId="{4B66FDFC-1A82-93C4-95F5-9935BA4CB599}"/>
          </ac:picMkLst>
        </pc:picChg>
        <pc:picChg chg="add mod">
          <ac:chgData name="Kevin Hartman" userId="801a5cf5c13d3b0a" providerId="LiveId" clId="{94B90ECE-6788-425C-BF8C-BCA681F9E2AE}" dt="2025-06-11T09:00:20.185" v="1775" actId="1076"/>
          <ac:picMkLst>
            <pc:docMk/>
            <pc:sldMk cId="1901291300" sldId="276"/>
            <ac:picMk id="3078" creationId="{D4C8ADE4-274D-5A64-8F69-30483698A725}"/>
          </ac:picMkLst>
        </pc:picChg>
      </pc:sldChg>
      <pc:sldChg chg="addSp delSp modSp add mod">
        <pc:chgData name="Kevin Hartman" userId="801a5cf5c13d3b0a" providerId="LiveId" clId="{94B90ECE-6788-425C-BF8C-BCA681F9E2AE}" dt="2025-06-11T08:58:25.223" v="1761" actId="14100"/>
        <pc:sldMkLst>
          <pc:docMk/>
          <pc:sldMk cId="29597913" sldId="277"/>
        </pc:sldMkLst>
        <pc:spChg chg="mod">
          <ac:chgData name="Kevin Hartman" userId="801a5cf5c13d3b0a" providerId="LiveId" clId="{94B90ECE-6788-425C-BF8C-BCA681F9E2AE}" dt="2025-06-11T08:58:15.323" v="1758" actId="14100"/>
          <ac:spMkLst>
            <pc:docMk/>
            <pc:sldMk cId="29597913" sldId="277"/>
            <ac:spMk id="3" creationId="{A180B85C-4362-4FB3-5E27-E06558427154}"/>
          </ac:spMkLst>
        </pc:spChg>
        <pc:spChg chg="add mod">
          <ac:chgData name="Kevin Hartman" userId="801a5cf5c13d3b0a" providerId="LiveId" clId="{94B90ECE-6788-425C-BF8C-BCA681F9E2AE}" dt="2025-06-11T08:57:29.099" v="1745" actId="1076"/>
          <ac:spMkLst>
            <pc:docMk/>
            <pc:sldMk cId="29597913" sldId="277"/>
            <ac:spMk id="4" creationId="{D72C4834-CFF6-F6F9-019B-20F1E18BB9E2}"/>
          </ac:spMkLst>
        </pc:spChg>
        <pc:spChg chg="mod ord">
          <ac:chgData name="Kevin Hartman" userId="801a5cf5c13d3b0a" providerId="LiveId" clId="{94B90ECE-6788-425C-BF8C-BCA681F9E2AE}" dt="2025-06-11T08:58:25.223" v="1761" actId="14100"/>
          <ac:spMkLst>
            <pc:docMk/>
            <pc:sldMk cId="29597913" sldId="277"/>
            <ac:spMk id="12" creationId="{7FDE0CEB-AAD1-86A4-1243-4E7E3F857CA5}"/>
          </ac:spMkLst>
        </pc:spChg>
      </pc:sldChg>
      <pc:sldChg chg="modSp add mod ord">
        <pc:chgData name="Kevin Hartman" userId="801a5cf5c13d3b0a" providerId="LiveId" clId="{94B90ECE-6788-425C-BF8C-BCA681F9E2AE}" dt="2025-06-11T08:51:32.249" v="1562" actId="20577"/>
        <pc:sldMkLst>
          <pc:docMk/>
          <pc:sldMk cId="2679412616" sldId="278"/>
        </pc:sldMkLst>
        <pc:spChg chg="mod">
          <ac:chgData name="Kevin Hartman" userId="801a5cf5c13d3b0a" providerId="LiveId" clId="{94B90ECE-6788-425C-BF8C-BCA681F9E2AE}" dt="2025-06-11T08:51:32.249" v="1562" actId="20577"/>
          <ac:spMkLst>
            <pc:docMk/>
            <pc:sldMk cId="2679412616" sldId="278"/>
            <ac:spMk id="3" creationId="{C5CEF2F7-993F-4108-A12C-688C9F6D8F64}"/>
          </ac:spMkLst>
        </pc:spChg>
      </pc:sldChg>
    </pc:docChg>
  </pc:docChgLst>
  <pc:docChgLst>
    <pc:chgData name="Kevin Hartman" userId="801a5cf5c13d3b0a" providerId="LiveId" clId="{ADAA8B95-80A1-40DA-A1F8-147AEF01E009}"/>
    <pc:docChg chg="undo custSel addSld modSld sldOrd">
      <pc:chgData name="Kevin Hartman" userId="801a5cf5c13d3b0a" providerId="LiveId" clId="{ADAA8B95-80A1-40DA-A1F8-147AEF01E009}" dt="2025-06-04T17:10:52.960" v="708" actId="1076"/>
      <pc:docMkLst>
        <pc:docMk/>
      </pc:docMkLst>
      <pc:sldChg chg="addSp delSp modSp new mod">
        <pc:chgData name="Kevin Hartman" userId="801a5cf5c13d3b0a" providerId="LiveId" clId="{ADAA8B95-80A1-40DA-A1F8-147AEF01E009}" dt="2025-06-04T16:02:25.721" v="86" actId="2711"/>
        <pc:sldMkLst>
          <pc:docMk/>
          <pc:sldMk cId="2836899269" sldId="256"/>
        </pc:sldMkLst>
      </pc:sldChg>
      <pc:sldChg chg="addSp modSp add mod">
        <pc:chgData name="Kevin Hartman" userId="801a5cf5c13d3b0a" providerId="LiveId" clId="{ADAA8B95-80A1-40DA-A1F8-147AEF01E009}" dt="2025-06-04T17:01:15.554" v="517" actId="1076"/>
        <pc:sldMkLst>
          <pc:docMk/>
          <pc:sldMk cId="3488669899" sldId="257"/>
        </pc:sldMkLst>
        <pc:spChg chg="add mod">
          <ac:chgData name="Kevin Hartman" userId="801a5cf5c13d3b0a" providerId="LiveId" clId="{ADAA8B95-80A1-40DA-A1F8-147AEF01E009}" dt="2025-06-04T17:01:15.554" v="517" actId="1076"/>
          <ac:spMkLst>
            <pc:docMk/>
            <pc:sldMk cId="3488669899" sldId="257"/>
            <ac:spMk id="2" creationId="{04203674-B55E-63E2-1CAB-179101685FB7}"/>
          </ac:spMkLst>
        </pc:spChg>
      </pc:sldChg>
      <pc:sldChg chg="addSp delSp modSp new mod">
        <pc:chgData name="Kevin Hartman" userId="801a5cf5c13d3b0a" providerId="LiveId" clId="{ADAA8B95-80A1-40DA-A1F8-147AEF01E009}" dt="2025-06-04T17:00:50.354" v="486" actId="1076"/>
        <pc:sldMkLst>
          <pc:docMk/>
          <pc:sldMk cId="954519515" sldId="258"/>
        </pc:sldMkLst>
        <pc:spChg chg="add mod">
          <ac:chgData name="Kevin Hartman" userId="801a5cf5c13d3b0a" providerId="LiveId" clId="{ADAA8B95-80A1-40DA-A1F8-147AEF01E009}" dt="2025-06-04T16:04:01.627" v="166" actId="2711"/>
          <ac:spMkLst>
            <pc:docMk/>
            <pc:sldMk cId="954519515" sldId="258"/>
            <ac:spMk id="5" creationId="{A3FE0719-8C40-98EB-48A7-F837A7D651C3}"/>
          </ac:spMkLst>
        </pc:spChg>
      </pc:sldChg>
      <pc:sldChg chg="addSp delSp modSp new mod setBg">
        <pc:chgData name="Kevin Hartman" userId="801a5cf5c13d3b0a" providerId="LiveId" clId="{ADAA8B95-80A1-40DA-A1F8-147AEF01E009}" dt="2025-06-04T16:52:51.152" v="362" actId="1036"/>
        <pc:sldMkLst>
          <pc:docMk/>
          <pc:sldMk cId="3613486340" sldId="259"/>
        </pc:sldMkLst>
        <pc:spChg chg="add mod">
          <ac:chgData name="Kevin Hartman" userId="801a5cf5c13d3b0a" providerId="LiveId" clId="{ADAA8B95-80A1-40DA-A1F8-147AEF01E009}" dt="2025-06-04T16:50:24.311" v="269" actId="2711"/>
          <ac:spMkLst>
            <pc:docMk/>
            <pc:sldMk cId="3613486340" sldId="259"/>
            <ac:spMk id="4" creationId="{EBC323BF-1144-0D0E-3A43-E2F13F13E800}"/>
          </ac:spMkLst>
        </pc:spChg>
        <pc:spChg chg="add mod ord">
          <ac:chgData name="Kevin Hartman" userId="801a5cf5c13d3b0a" providerId="LiveId" clId="{ADAA8B95-80A1-40DA-A1F8-147AEF01E009}" dt="2025-06-04T16:52:51.152" v="362" actId="1036"/>
          <ac:spMkLst>
            <pc:docMk/>
            <pc:sldMk cId="3613486340" sldId="259"/>
            <ac:spMk id="9" creationId="{65A0A78B-D2D8-FA3A-3D1A-03AE36356FEC}"/>
          </ac:spMkLst>
        </pc:spChg>
        <pc:spChg chg="add mod">
          <ac:chgData name="Kevin Hartman" userId="801a5cf5c13d3b0a" providerId="LiveId" clId="{ADAA8B95-80A1-40DA-A1F8-147AEF01E009}" dt="2025-06-04T16:51:09.755" v="338" actId="1036"/>
          <ac:spMkLst>
            <pc:docMk/>
            <pc:sldMk cId="3613486340" sldId="259"/>
            <ac:spMk id="13" creationId="{5D4B33AC-6CCE-0FAC-7E8F-D6F959441A43}"/>
          </ac:spMkLst>
        </pc:spChg>
        <pc:grpChg chg="add mod">
          <ac:chgData name="Kevin Hartman" userId="801a5cf5c13d3b0a" providerId="LiveId" clId="{ADAA8B95-80A1-40DA-A1F8-147AEF01E009}" dt="2025-06-04T16:37:22.724" v="241" actId="962"/>
          <ac:grpSpMkLst>
            <pc:docMk/>
            <pc:sldMk cId="3613486340" sldId="259"/>
            <ac:grpSpMk id="12" creationId="{65B8D7F6-F377-4CC2-5593-62A3F2FB79E5}"/>
          </ac:grpSpMkLst>
        </pc:grpChg>
        <pc:picChg chg="add mod">
          <ac:chgData name="Kevin Hartman" userId="801a5cf5c13d3b0a" providerId="LiveId" clId="{ADAA8B95-80A1-40DA-A1F8-147AEF01E009}" dt="2025-06-04T16:36:51.887" v="236" actId="1440"/>
          <ac:picMkLst>
            <pc:docMk/>
            <pc:sldMk cId="3613486340" sldId="259"/>
            <ac:picMk id="11" creationId="{F932E47C-0D69-E7B1-C437-A7260A89C3AE}"/>
          </ac:picMkLst>
        </pc:picChg>
      </pc:sldChg>
      <pc:sldChg chg="addSp delSp modSp new mod setBg">
        <pc:chgData name="Kevin Hartman" userId="801a5cf5c13d3b0a" providerId="LiveId" clId="{ADAA8B95-80A1-40DA-A1F8-147AEF01E009}" dt="2025-06-04T17:00:05.178" v="466" actId="164"/>
        <pc:sldMkLst>
          <pc:docMk/>
          <pc:sldMk cId="1643268520" sldId="260"/>
        </pc:sldMkLst>
      </pc:sldChg>
      <pc:sldChg chg="addSp delSp modSp add mod">
        <pc:chgData name="Kevin Hartman" userId="801a5cf5c13d3b0a" providerId="LiveId" clId="{ADAA8B95-80A1-40DA-A1F8-147AEF01E009}" dt="2025-06-04T17:00:09.036" v="467" actId="164"/>
        <pc:sldMkLst>
          <pc:docMk/>
          <pc:sldMk cId="1100532634" sldId="261"/>
        </pc:sldMkLst>
      </pc:sldChg>
      <pc:sldChg chg="add">
        <pc:chgData name="Kevin Hartman" userId="801a5cf5c13d3b0a" providerId="LiveId" clId="{ADAA8B95-80A1-40DA-A1F8-147AEF01E009}" dt="2025-06-04T16:54:16.709" v="421" actId="2890"/>
        <pc:sldMkLst>
          <pc:docMk/>
          <pc:sldMk cId="1970963872" sldId="262"/>
        </pc:sldMkLst>
      </pc:sldChg>
      <pc:sldChg chg="addSp delSp modSp add mod ord">
        <pc:chgData name="Kevin Hartman" userId="801a5cf5c13d3b0a" providerId="LiveId" clId="{ADAA8B95-80A1-40DA-A1F8-147AEF01E009}" dt="2025-06-04T17:00:44.233" v="485" actId="14100"/>
        <pc:sldMkLst>
          <pc:docMk/>
          <pc:sldMk cId="1248774480" sldId="263"/>
        </pc:sldMkLst>
      </pc:sldChg>
      <pc:sldChg chg="addSp delSp modSp add mod setBg">
        <pc:chgData name="Kevin Hartman" userId="801a5cf5c13d3b0a" providerId="LiveId" clId="{ADAA8B95-80A1-40DA-A1F8-147AEF01E009}" dt="2025-06-04T17:08:02.521" v="678" actId="478"/>
        <pc:sldMkLst>
          <pc:docMk/>
          <pc:sldMk cId="4195808195" sldId="264"/>
        </pc:sldMkLst>
      </pc:sldChg>
      <pc:sldChg chg="addSp delSp modSp add mod">
        <pc:chgData name="Kevin Hartman" userId="801a5cf5c13d3b0a" providerId="LiveId" clId="{ADAA8B95-80A1-40DA-A1F8-147AEF01E009}" dt="2025-06-04T17:08:51.764" v="687"/>
        <pc:sldMkLst>
          <pc:docMk/>
          <pc:sldMk cId="436712146" sldId="265"/>
        </pc:sldMkLst>
      </pc:sldChg>
      <pc:sldChg chg="modSp add mod">
        <pc:chgData name="Kevin Hartman" userId="801a5cf5c13d3b0a" providerId="LiveId" clId="{ADAA8B95-80A1-40DA-A1F8-147AEF01E009}" dt="2025-06-04T17:10:52.960" v="708" actId="1076"/>
        <pc:sldMkLst>
          <pc:docMk/>
          <pc:sldMk cId="2611257862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23405-3004-4FB4-9001-A4AE165A0E82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x-non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50A447-A630-428B-97CD-90EF8EC6284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663236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987761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TODO: Part of approach or </a:t>
            </a:r>
            <a:r>
              <a:rPr lang="nl-NL" dirty="0" err="1"/>
              <a:t>results</a:t>
            </a:r>
            <a:r>
              <a:rPr lang="nl-NL" dirty="0"/>
              <a:t>?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12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435560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17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588022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18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1153512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19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1318395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20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287843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380E731-116B-528A-2187-9A1120D00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9AF3DDC1-BA8B-1C83-AD29-94D725317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A984B3D-BDA7-B0C9-8C1F-D0866A3FD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9F91029-8EFB-D8D2-1696-39EFC9733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4E5B57C-1624-2644-F71F-3278CD7A9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843572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73B5270-D507-A79E-4974-C8E58B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25E034E-1785-FD51-033B-8E5C8E7AE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DC4AD5F-60E8-53EA-2307-6D890D000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0EEC8B6-1F03-0346-0C02-D9F5C5B38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26E0880E-A47F-AE0B-1292-2E39F2AE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54776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13A6A22-EE21-9FCA-A932-E4A985E4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FF4F5594-4786-4410-D417-6B505CFF1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7372B17-9119-DF50-3847-E588730AD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920D5CB4-D80C-C5EE-ECF7-F9872A3DC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DC47CEE-A20D-ECE6-706F-0C23EA830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36374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B64A50A-94FE-5599-F687-5172D94A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0450256-F422-F56D-4EBB-05B1857E6E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4F6CF29C-4153-C817-1F12-3B641891AE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7C19D058-1AE7-6A60-A27E-E6D1CEE0B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22A54167-4CA6-2C4E-5379-09CECDB87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0105B17C-7865-FA08-33C2-1F43A724B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5031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54CD4E4-E584-E322-D9F4-41F44CB6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D9F0916-946C-72AB-0D6A-3E073935C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74566A47-7756-4285-CC71-D882AA559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E98418EE-5ACD-4296-B470-05B249284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AA4CEDB6-B5C6-0D65-60ED-D1FD37215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87CA2232-6038-4FF5-E5F5-AA9623791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38131D76-1B57-8F48-1B39-85B5C1938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9DCC131E-571E-FF15-F8D8-7FC728E92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5599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7BEC499-2522-E629-AC8B-1BB16205B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DA3548C5-F4AE-F0CA-2C74-EEDF8DD94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94B35857-7B26-419F-DC5F-35BA6DCD0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8B85F935-11BB-4620-D389-C516CC630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7235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2FC14633-FE5B-A631-5911-A076E701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0EEA1E4F-5A1E-4701-172A-5E42A8408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54F5126-2A39-1CF0-267B-94DA5FEF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73716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96210C1-AC72-3D01-079F-19898FF1E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6BA6CF6-333C-98CF-0B85-A32570120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0B1D29B6-FD60-4694-0D97-DDE4F5C1C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74C4A5A8-50DC-EEF1-D2E6-CB0711F7B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0A245FB8-4C03-2797-A282-7533B5C88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383442A3-1C27-E57D-603F-7B491366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05445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0DC03A7-0887-A6EA-6015-DDA342B34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A216381B-2557-2F76-5907-CCB319D8C9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2E9AFCF-A872-0D7E-00C5-177411B78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389BC01C-6BCD-19E7-7A68-F7FE7186F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57E59AC8-9A30-BB7F-E75C-5CF9A45D2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31AF731-8836-98E1-D456-F82C9CA59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592661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08872A8-BFE8-862E-5B55-DAEE13AE1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7EFDCB7C-268A-93E9-A16D-545F78F6AC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77B35E5-977C-F4C5-A854-1E68B478D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CF2F422-4899-D919-B68B-F63349E28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1CE9B30-3301-9AE3-D191-D3355990A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44507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D1BF5D45-53D3-747B-8EE0-30DD1C7E7C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BA9D001F-915F-3D84-9401-57F7E1E2E5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2BEC80D-3107-EEC4-F2C6-DCD28A736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BC647EBF-AAC0-E145-C468-588E78B1D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E9A4E4B-C48B-D680-6CA4-10F100471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16751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845EA37C-47A3-5DB5-9DF9-524A81154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31634C0-369D-11DE-5EF6-5BA1DFB8C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B0A73C7-2346-E06C-D9F8-49BDFB87B8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4A354C97-D9B9-AF69-4590-735042934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2C8C72D-5D30-65E4-DC6E-C10F556592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16056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0.svg"/><Relationship Id="rId4" Type="http://schemas.openxmlformats.org/officeDocument/2006/relationships/image" Target="../media/image8.png"/><Relationship Id="rId9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26.svg"/><Relationship Id="rId4" Type="http://schemas.openxmlformats.org/officeDocument/2006/relationships/image" Target="../media/image19.png"/><Relationship Id="rId9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2.svg"/><Relationship Id="rId4" Type="http://schemas.openxmlformats.org/officeDocument/2006/relationships/image" Target="../media/image25.png"/><Relationship Id="rId9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svg"/><Relationship Id="rId3" Type="http://schemas.openxmlformats.org/officeDocument/2006/relationships/image" Target="../media/image39.svg"/><Relationship Id="rId7" Type="http://schemas.openxmlformats.org/officeDocument/2006/relationships/image" Target="../media/image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41.svg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44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46.svg"/><Relationship Id="rId7" Type="http://schemas.openxmlformats.org/officeDocument/2006/relationships/image" Target="../media/image50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2.svg"/><Relationship Id="rId5" Type="http://schemas.openxmlformats.org/officeDocument/2006/relationships/image" Target="../media/image48.svg"/><Relationship Id="rId10" Type="http://schemas.openxmlformats.org/officeDocument/2006/relationships/image" Target="../media/image1.png"/><Relationship Id="rId4" Type="http://schemas.openxmlformats.org/officeDocument/2006/relationships/image" Target="../media/image35.png"/><Relationship Id="rId9" Type="http://schemas.openxmlformats.org/officeDocument/2006/relationships/image" Target="../media/image5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4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4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E10A073C-28E1-D86D-31C9-2E1B17A92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A218E740-3451-BBB6-1CB5-7117BB1F83D4}"/>
              </a:ext>
            </a:extLst>
          </p:cNvPr>
          <p:cNvSpPr txBox="1"/>
          <p:nvPr/>
        </p:nvSpPr>
        <p:spPr>
          <a:xfrm>
            <a:off x="2652710" y="1704983"/>
            <a:ext cx="6886576" cy="203132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sequencing-based Machine Learning for Detection of </a:t>
            </a:r>
          </a:p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 Negative Breast Cancer</a:t>
            </a:r>
            <a:endParaRPr lang="x-none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56191F34-22CB-5DCC-979B-194A383B6CFB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x-none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07276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xmlns="" id="{1D13DE1B-4EEE-602A-EBB4-D8092E1FEC05}"/>
              </a:ext>
            </a:extLst>
          </p:cNvPr>
          <p:cNvSpPr txBox="1"/>
          <p:nvPr/>
        </p:nvSpPr>
        <p:spPr>
          <a:xfrm>
            <a:off x="359229" y="460972"/>
            <a:ext cx="1328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Outline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xmlns="" id="{2BC65C69-117B-52D6-BC1E-1900F4CE9108}"/>
              </a:ext>
            </a:extLst>
          </p:cNvPr>
          <p:cNvGrpSpPr/>
          <p:nvPr/>
        </p:nvGrpSpPr>
        <p:grpSpPr>
          <a:xfrm>
            <a:off x="3712030" y="4166954"/>
            <a:ext cx="3833906" cy="794656"/>
            <a:chOff x="3352801" y="4109749"/>
            <a:chExt cx="3833906" cy="79465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xmlns="" id="{315B1000-BF76-B41E-EA78-4C1E1FCE9790}"/>
                </a:ext>
              </a:extLst>
            </p:cNvPr>
            <p:cNvSpPr txBox="1"/>
            <p:nvPr/>
          </p:nvSpPr>
          <p:spPr>
            <a:xfrm>
              <a:off x="4452257" y="4322411"/>
              <a:ext cx="27344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 smtClean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Results and evaluation</a:t>
              </a:r>
              <a:endParaRPr lang="x-none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xmlns="" id="{3BF297DA-7353-12FC-22E1-9733431A3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p:blipFill>
          <p:spPr>
            <a:xfrm>
              <a:off x="3352801" y="4109749"/>
              <a:ext cx="794656" cy="794656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xmlns="" id="{743B2AF8-896F-2A80-C8B1-8076366E0CC6}"/>
              </a:ext>
            </a:extLst>
          </p:cNvPr>
          <p:cNvGrpSpPr/>
          <p:nvPr/>
        </p:nvGrpSpPr>
        <p:grpSpPr>
          <a:xfrm>
            <a:off x="3695702" y="5240941"/>
            <a:ext cx="3080655" cy="794656"/>
            <a:chOff x="3352801" y="5089071"/>
            <a:chExt cx="3080655" cy="79465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xmlns="" id="{A7F286B6-B78D-14E0-8B6F-89149AFBA6E2}"/>
                </a:ext>
              </a:extLst>
            </p:cNvPr>
            <p:cNvSpPr txBox="1"/>
            <p:nvPr/>
          </p:nvSpPr>
          <p:spPr>
            <a:xfrm>
              <a:off x="4452257" y="5301733"/>
              <a:ext cx="19811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Discussion</a:t>
              </a:r>
              <a:endParaRPr lang="x-none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xmlns="" id="{93DC22A1-E066-6592-9FCA-732E9F98E7B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3352801" y="5089071"/>
              <a:ext cx="794656" cy="794656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xmlns="" id="{A2A59121-0A0E-9D50-458B-307FCBDCBA77}"/>
              </a:ext>
            </a:extLst>
          </p:cNvPr>
          <p:cNvGrpSpPr/>
          <p:nvPr/>
        </p:nvGrpSpPr>
        <p:grpSpPr>
          <a:xfrm>
            <a:off x="3695702" y="2052315"/>
            <a:ext cx="3636588" cy="794655"/>
            <a:chOff x="3352802" y="2272130"/>
            <a:chExt cx="3636588" cy="79465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xmlns="" id="{2735E230-C232-7CD6-5A40-DFECC1C7E053}"/>
                </a:ext>
              </a:extLst>
            </p:cNvPr>
            <p:cNvSpPr txBox="1"/>
            <p:nvPr/>
          </p:nvSpPr>
          <p:spPr>
            <a:xfrm>
              <a:off x="4449968" y="2484792"/>
              <a:ext cx="253942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 smtClean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Project set up</a:t>
              </a:r>
              <a:endParaRPr lang="x-none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xmlns="" id="{9275D7E7-3A07-32F7-AE1E-79DB7E4DC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3352802" y="2272130"/>
              <a:ext cx="794655" cy="794655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FF2B3F74-442A-16A2-C3E6-B11EEE2D9652}"/>
              </a:ext>
            </a:extLst>
          </p:cNvPr>
          <p:cNvGrpSpPr/>
          <p:nvPr/>
        </p:nvGrpSpPr>
        <p:grpSpPr>
          <a:xfrm>
            <a:off x="3712031" y="3124789"/>
            <a:ext cx="4227012" cy="794655"/>
            <a:chOff x="3352802" y="3222761"/>
            <a:chExt cx="4227012" cy="79465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xmlns="" id="{854F3205-9763-CF0C-1D1A-34FEEE9AC886}"/>
                </a:ext>
              </a:extLst>
            </p:cNvPr>
            <p:cNvSpPr txBox="1"/>
            <p:nvPr/>
          </p:nvSpPr>
          <p:spPr>
            <a:xfrm>
              <a:off x="4452256" y="3403601"/>
              <a:ext cx="312755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 smtClean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Machine learning approach</a:t>
              </a:r>
              <a:endParaRPr lang="x-none" dirty="0"/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xmlns="" id="{70EEA702-97FD-17BF-420A-60F0D92AA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3352802" y="3222761"/>
              <a:ext cx="794655" cy="794655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xmlns="" id="{BB16C64E-29B8-0A3D-9BE8-DA2D72721E1B}"/>
              </a:ext>
            </a:extLst>
          </p:cNvPr>
          <p:cNvGrpSpPr/>
          <p:nvPr/>
        </p:nvGrpSpPr>
        <p:grpSpPr>
          <a:xfrm>
            <a:off x="3695702" y="1004706"/>
            <a:ext cx="3850234" cy="800099"/>
            <a:chOff x="3407228" y="1223351"/>
            <a:chExt cx="3830674" cy="8000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xmlns="" id="{A3FE0719-8C40-98EB-48A7-F837A7D651C3}"/>
                </a:ext>
              </a:extLst>
            </p:cNvPr>
            <p:cNvSpPr txBox="1"/>
            <p:nvPr/>
          </p:nvSpPr>
          <p:spPr>
            <a:xfrm>
              <a:off x="4452256" y="1438734"/>
              <a:ext cx="27856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Introduction and objective</a:t>
              </a:r>
              <a:endPara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xmlns="" id="{6802C625-8F4D-E911-D540-8E70FCCE6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3407228" y="1223351"/>
              <a:ext cx="800099" cy="800099"/>
            </a:xfrm>
            <a:prstGeom prst="rect">
              <a:avLst/>
            </a:prstGeom>
          </p:spPr>
        </p:pic>
      </p:grpSp>
      <p:pic>
        <p:nvPicPr>
          <p:cNvPr id="18" name="Graphic 11">
            <a:extLst>
              <a:ext uri="{FF2B5EF4-FFF2-40B4-BE49-F238E27FC236}">
                <a16:creationId xmlns:a16="http://schemas.microsoft.com/office/drawing/2014/main" xmlns="" id="{51FE1894-2C86-4687-B1B9-8541E0A12D0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xmlns="" r:embed="rId12"/>
              </a:ext>
            </a:extLst>
          </a:blip>
          <a:stretch>
            <a:fillRect/>
          </a:stretch>
        </p:blipFill>
        <p:spPr>
          <a:xfrm>
            <a:off x="11239502" y="150350"/>
            <a:ext cx="800099" cy="80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519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B87164C2-D41C-2FCA-1008-ABBA3B51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xmlns="" id="{48EE58FE-C40D-220C-5D97-06350A15A19D}"/>
              </a:ext>
            </a:extLst>
          </p:cNvPr>
          <p:cNvSpPr txBox="1"/>
          <p:nvPr/>
        </p:nvSpPr>
        <p:spPr>
          <a:xfrm>
            <a:off x="359229" y="460972"/>
            <a:ext cx="3023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Introduction and objective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3" name="001_subtitle">
            <a:extLst>
              <a:ext uri="{FF2B5EF4-FFF2-40B4-BE49-F238E27FC236}">
                <a16:creationId xmlns:a16="http://schemas.microsoft.com/office/drawing/2014/main" xmlns="" id="{C03F2CE7-378E-A3F7-6650-39236EFA3435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</a:t>
            </a: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</a:t>
            </a:r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verview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457C985D-0930-CBD2-22E1-D3DFD2C2B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2907" y="381312"/>
            <a:ext cx="2064263" cy="20202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CD8A7F9D-5F87-BFE2-BF4F-D508712969E7}"/>
              </a:ext>
            </a:extLst>
          </p:cNvPr>
          <p:cNvSpPr txBox="1"/>
          <p:nvPr/>
        </p:nvSpPr>
        <p:spPr>
          <a:xfrm>
            <a:off x="5850177" y="390531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2.3 million </a:t>
            </a: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cases of breast cancer worldwide in 2022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6D22F24C-92AB-A244-CD81-F4FC64AB4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4" y="3429000"/>
            <a:ext cx="2782261" cy="331503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xmlns="" id="{D6D8C3A3-AE04-C9DB-6446-E6AE4C74380F}"/>
              </a:ext>
            </a:extLst>
          </p:cNvPr>
          <p:cNvSpPr txBox="1"/>
          <p:nvPr/>
        </p:nvSpPr>
        <p:spPr>
          <a:xfrm>
            <a:off x="4887686" y="4023467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ER (ESR1)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DD83068B-957B-A284-CE08-9DC3B5EDF18B}"/>
              </a:ext>
            </a:extLst>
          </p:cNvPr>
          <p:cNvSpPr txBox="1"/>
          <p:nvPr/>
        </p:nvSpPr>
        <p:spPr>
          <a:xfrm>
            <a:off x="4887686" y="5797354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HER2 (ERBB2)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xmlns="" id="{9D5A2168-842E-B78F-743D-7F6039984B10}"/>
              </a:ext>
            </a:extLst>
          </p:cNvPr>
          <p:cNvSpPr txBox="1"/>
          <p:nvPr/>
        </p:nvSpPr>
        <p:spPr>
          <a:xfrm>
            <a:off x="4887686" y="4933659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 </a:t>
            </a: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(PGR)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B9C3F6F5-2B3D-20FF-7F25-4678F946C9B1}"/>
              </a:ext>
            </a:extLst>
          </p:cNvPr>
          <p:cNvSpPr txBox="1"/>
          <p:nvPr/>
        </p:nvSpPr>
        <p:spPr>
          <a:xfrm>
            <a:off x="5850177" y="1077078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Women younger than 40 years of age are highest risk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78D2D0A0-6BFF-9CEB-B877-2E4DBDE4D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763" y="3810132"/>
            <a:ext cx="766276" cy="796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EC2FFC4F-61A3-5B8F-94FB-24EB84143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763" y="5630517"/>
            <a:ext cx="766276" cy="7030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xmlns="" id="{D3B4051F-A01B-4EE2-AD4E-F303C1E88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6591" y="4791240"/>
            <a:ext cx="788448" cy="6541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98FE7D55-CFF1-79C2-5AFB-8F788B855B10}"/>
              </a:ext>
            </a:extLst>
          </p:cNvPr>
          <p:cNvSpPr txBox="1"/>
          <p:nvPr/>
        </p:nvSpPr>
        <p:spPr>
          <a:xfrm>
            <a:off x="7011897" y="3244334"/>
            <a:ext cx="1515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(BC)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4D432AF5-4A2E-B1E0-5BC3-97CFC52D8BDD}"/>
              </a:ext>
            </a:extLst>
          </p:cNvPr>
          <p:cNvSpPr txBox="1"/>
          <p:nvPr/>
        </p:nvSpPr>
        <p:spPr>
          <a:xfrm>
            <a:off x="8621486" y="2967335"/>
            <a:ext cx="1927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xmlns="" id="{085BEDD4-1EAF-8971-21BA-52B2B42BA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023467"/>
            <a:ext cx="478966" cy="4828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xmlns="" id="{0BCE0AE4-3AD8-821D-5E7E-0523305AEF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902816"/>
            <a:ext cx="478966" cy="48282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xmlns="" id="{6892F983-C8B7-5155-483E-864F74306E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6716" y="5740606"/>
            <a:ext cx="478966" cy="48282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xmlns="" id="{C4D724D3-3F46-F6B2-2095-82D851E38B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023467"/>
            <a:ext cx="478966" cy="48282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xmlns="" id="{D2398007-7F32-8F28-853A-66818E3FE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902816"/>
            <a:ext cx="478966" cy="48282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xmlns="" id="{D7DB3654-0E46-0362-794B-B14B26F343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6445" y="5740606"/>
            <a:ext cx="478966" cy="48282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xmlns="" id="{4C97E7D4-E4A0-6900-5D94-C4D3D2BA8C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023468"/>
            <a:ext cx="478966" cy="48672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xmlns="" id="{A1762CEA-A5CE-BFA1-C5CE-03B9C4D96A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902816"/>
            <a:ext cx="478966" cy="48672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xmlns="" id="{9BCAB659-615E-AB3A-C1AC-404D38C2DC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5740606"/>
            <a:ext cx="478966" cy="48672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xmlns="" id="{B95DE2EE-FD79-0475-E838-DD0A6DB16FFF}"/>
              </a:ext>
            </a:extLst>
          </p:cNvPr>
          <p:cNvSpPr txBox="1"/>
          <p:nvPr/>
        </p:nvSpPr>
        <p:spPr>
          <a:xfrm>
            <a:off x="7542635" y="3995221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x-none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xmlns="" id="{1344BA10-1561-C0AD-79BB-2F31DABE354A}"/>
              </a:ext>
            </a:extLst>
          </p:cNvPr>
          <p:cNvSpPr txBox="1"/>
          <p:nvPr/>
        </p:nvSpPr>
        <p:spPr>
          <a:xfrm>
            <a:off x="7542634" y="4851842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x-none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xmlns="" id="{203585AE-0AF2-BE48-BB06-3F3CD804BA87}"/>
              </a:ext>
            </a:extLst>
          </p:cNvPr>
          <p:cNvSpPr txBox="1"/>
          <p:nvPr/>
        </p:nvSpPr>
        <p:spPr>
          <a:xfrm>
            <a:off x="7542634" y="5701958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x-none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A0FF0C68-E75F-4023-6ED4-DC4AF3C7F513}"/>
              </a:ext>
            </a:extLst>
          </p:cNvPr>
          <p:cNvSpPr txBox="1"/>
          <p:nvPr/>
        </p:nvSpPr>
        <p:spPr>
          <a:xfrm>
            <a:off x="5834735" y="1755206"/>
            <a:ext cx="36730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~10-20% of breast cancer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458292D9-A17F-67BB-C1EF-57C47F32A03A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  <p:pic>
        <p:nvPicPr>
          <p:cNvPr id="37" name="Graphic 11">
            <a:extLst>
              <a:ext uri="{FF2B5EF4-FFF2-40B4-BE49-F238E27FC236}">
                <a16:creationId xmlns:a16="http://schemas.microsoft.com/office/drawing/2014/main" xmlns="" id="{51FE1894-2C86-4687-B1B9-8541E0A12D0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11239502" y="150350"/>
            <a:ext cx="800099" cy="80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3578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xmlns="" id="{437A8F56-C73E-3B6A-1A23-D36D2B7DC000}"/>
              </a:ext>
            </a:extLst>
          </p:cNvPr>
          <p:cNvGrpSpPr/>
          <p:nvPr/>
        </p:nvGrpSpPr>
        <p:grpSpPr>
          <a:xfrm>
            <a:off x="7745176" y="1461985"/>
            <a:ext cx="2024754" cy="543165"/>
            <a:chOff x="5704103" y="4514833"/>
            <a:chExt cx="2024754" cy="95100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DCB99DF9-A9DC-802A-3C12-E0BA5B11581F}"/>
                </a:ext>
              </a:extLst>
            </p:cNvPr>
            <p:cNvSpPr/>
            <p:nvPr/>
          </p:nvSpPr>
          <p:spPr>
            <a:xfrm>
              <a:off x="6716480" y="4514833"/>
              <a:ext cx="1012377" cy="951005"/>
            </a:xfrm>
            <a:prstGeom prst="rect">
              <a:avLst/>
            </a:prstGeom>
            <a:solidFill>
              <a:srgbClr val="E1B7B1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nTNBC</a:t>
              </a:r>
              <a:endPara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52E5BB92-EE59-C83B-EE83-D9E19FA61AF0}"/>
                </a:ext>
              </a:extLst>
            </p:cNvPr>
            <p:cNvSpPr/>
            <p:nvPr/>
          </p:nvSpPr>
          <p:spPr>
            <a:xfrm>
              <a:off x="5704103" y="4514833"/>
              <a:ext cx="1012377" cy="951005"/>
            </a:xfrm>
            <a:prstGeom prst="rect">
              <a:avLst/>
            </a:prstGeom>
            <a:solidFill>
              <a:srgbClr val="80B4B5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TNBC</a:t>
              </a:r>
              <a:endPara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8" name="000_topleftHeading">
            <a:extLst>
              <a:ext uri="{FF2B5EF4-FFF2-40B4-BE49-F238E27FC236}">
                <a16:creationId xmlns:a16="http://schemas.microsoft.com/office/drawing/2014/main" xmlns="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Introduction and objective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:a16="http://schemas.microsoft.com/office/drawing/2014/main" xmlns="" id="{A6AE533C-5B4F-8F93-C999-B358BF1053E4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Research questions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5F6B1BA-73E3-3089-C8E0-D47CAC7F3ADB}"/>
              </a:ext>
            </a:extLst>
          </p:cNvPr>
          <p:cNvSpPr txBox="1"/>
          <p:nvPr/>
        </p:nvSpPr>
        <p:spPr>
          <a:xfrm>
            <a:off x="1725376" y="1548902"/>
            <a:ext cx="5453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How accurately can TNBC </a:t>
            </a:r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status 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be predicted?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6AF226B-FF7A-BDA8-8095-D241C05639CF}"/>
              </a:ext>
            </a:extLst>
          </p:cNvPr>
          <p:cNvSpPr txBox="1"/>
          <p:nvPr/>
        </p:nvSpPr>
        <p:spPr>
          <a:xfrm>
            <a:off x="1725378" y="2928133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Which gene features are most useful?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5A455A23-768A-7A03-BCB2-F3DD8578FAB4}"/>
              </a:ext>
            </a:extLst>
          </p:cNvPr>
          <p:cNvSpPr txBox="1"/>
          <p:nvPr/>
        </p:nvSpPr>
        <p:spPr>
          <a:xfrm>
            <a:off x="1725377" y="4353446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What algorithm gives highly accurate results?</a:t>
            </a:r>
            <a:endParaRPr lang="x-non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CF78D215-3266-DEC4-9C40-39CD48F034C1}"/>
              </a:ext>
            </a:extLst>
          </p:cNvPr>
          <p:cNvSpPr txBox="1"/>
          <p:nvPr/>
        </p:nvSpPr>
        <p:spPr>
          <a:xfrm>
            <a:off x="1725378" y="5814047"/>
            <a:ext cx="5453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Can we meet </a:t>
            </a:r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important ethical 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principles?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4" name="Picture 13" descr="A diagram of a gene&#10;&#10;AI-generated content may be incorrect.">
            <a:extLst>
              <a:ext uri="{FF2B5EF4-FFF2-40B4-BE49-F238E27FC236}">
                <a16:creationId xmlns:a16="http://schemas.microsoft.com/office/drawing/2014/main" xmlns="" id="{F87D44CA-0A78-108E-AB90-0810BEF991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0490" y="2337302"/>
            <a:ext cx="2112861" cy="147900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85C4C44A-80AD-0A49-D4B2-61F9E7A66D6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  <p:pic>
        <p:nvPicPr>
          <p:cNvPr id="18" name="Picture 17" descr="A computer monitor and a machine&#10;&#10;AI-generated content may be incorrect.">
            <a:extLst>
              <a:ext uri="{FF2B5EF4-FFF2-40B4-BE49-F238E27FC236}">
                <a16:creationId xmlns:a16="http://schemas.microsoft.com/office/drawing/2014/main" xmlns="" id="{1F1E104F-E4EF-4E96-52AB-9286CD7BE01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5176" y="3963044"/>
            <a:ext cx="1872343" cy="1310640"/>
          </a:xfrm>
          <a:prstGeom prst="rect">
            <a:avLst/>
          </a:prstGeom>
        </p:spPr>
      </p:pic>
      <p:pic>
        <p:nvPicPr>
          <p:cNvPr id="20" name="Picture 19" descr="A heart with a pulse line in the middle of hands&#10;&#10;AI-generated content may be incorrect.">
            <a:extLst>
              <a:ext uri="{FF2B5EF4-FFF2-40B4-BE49-F238E27FC236}">
                <a16:creationId xmlns:a16="http://schemas.microsoft.com/office/drawing/2014/main" xmlns="" id="{3FE351CC-FD39-5EFB-891F-28A87EB2FD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2990" y="5297522"/>
            <a:ext cx="1776714" cy="12437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xmlns="" id="{51FE1894-2C86-4687-B1B9-8541E0A12D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11239502" y="150350"/>
            <a:ext cx="800099" cy="80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067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:a16="http://schemas.microsoft.com/office/drawing/2014/main" xmlns="" id="{EBC323BF-1144-0D0E-3A43-E2F13F13E800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Introduction and objective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xmlns="" id="{65B8D7F6-F377-4CC2-5593-62A3F2FB79E5}"/>
              </a:ext>
            </a:extLst>
          </p:cNvPr>
          <p:cNvGrpSpPr/>
          <p:nvPr/>
        </p:nvGrpSpPr>
        <p:grpSpPr>
          <a:xfrm>
            <a:off x="1311870" y="1537215"/>
            <a:ext cx="3597588" cy="4246116"/>
            <a:chOff x="3073269" y="903869"/>
            <a:chExt cx="5148662" cy="6076798"/>
          </a:xfrm>
        </p:grpSpPr>
        <p:pic>
          <p:nvPicPr>
            <p:cNvPr id="11" name="TNBC_environment" descr="A diagram of different types of cells&#10;&#10;AI-generated content may be incorrect.">
              <a:extLst>
                <a:ext uri="{FF2B5EF4-FFF2-40B4-BE49-F238E27FC236}">
                  <a16:creationId xmlns:a16="http://schemas.microsoft.com/office/drawing/2014/main" xmlns="" id="{F932E47C-0D69-E7B1-C437-A7260A89C3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3269" y="903869"/>
              <a:ext cx="5148662" cy="5132789"/>
            </a:xfrm>
            <a:prstGeom prst="ellipse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9" name="TNBC_Env_text">
              <a:extLst>
                <a:ext uri="{FF2B5EF4-FFF2-40B4-BE49-F238E27FC236}">
                  <a16:creationId xmlns:a16="http://schemas.microsoft.com/office/drawing/2014/main" xmlns="" id="{65A0A78B-D2D8-FA3A-3D1A-03AE36356FEC}"/>
                </a:ext>
              </a:extLst>
            </p:cNvPr>
            <p:cNvSpPr txBox="1"/>
            <p:nvPr/>
          </p:nvSpPr>
          <p:spPr>
            <a:xfrm>
              <a:off x="3073269" y="6242003"/>
              <a:ext cx="5148662" cy="7386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Xiong et al. Biomarker Research (2024) 12:107</a:t>
              </a: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10.1186/s40364-024-00654-1</a:t>
              </a:r>
              <a:endParaRPr lang="x-none" sz="1400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13" name="001_subtitle">
            <a:extLst>
              <a:ext uri="{FF2B5EF4-FFF2-40B4-BE49-F238E27FC236}">
                <a16:creationId xmlns:a16="http://schemas.microsoft.com/office/drawing/2014/main" xmlns="" id="{5D4B33AC-6CCE-0FAC-7E8F-D6F959441A43}"/>
              </a:ext>
            </a:extLst>
          </p:cNvPr>
          <p:cNvSpPr txBox="1"/>
          <p:nvPr/>
        </p:nvSpPr>
        <p:spPr>
          <a:xfrm>
            <a:off x="359229" y="765783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</a:t>
            </a: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</a:t>
            </a:r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verview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xmlns="" id="{58C54F7B-5E1B-10AA-5B35-D6D223039116}"/>
              </a:ext>
            </a:extLst>
          </p:cNvPr>
          <p:cNvGrpSpPr/>
          <p:nvPr/>
        </p:nvGrpSpPr>
        <p:grpSpPr>
          <a:xfrm>
            <a:off x="6096000" y="1872719"/>
            <a:ext cx="5050972" cy="3910612"/>
            <a:chOff x="2544633" y="1226234"/>
            <a:chExt cx="7668792" cy="5937405"/>
          </a:xfrm>
        </p:grpSpPr>
        <p:pic>
          <p:nvPicPr>
            <p:cNvPr id="10" name="Picture 9" descr="A close-up of several information cards&#10;&#10;AI-generated content may be incorrect.">
              <a:extLst>
                <a:ext uri="{FF2B5EF4-FFF2-40B4-BE49-F238E27FC236}">
                  <a16:creationId xmlns:a16="http://schemas.microsoft.com/office/drawing/2014/main" xmlns="" id="{06374C7C-F1B3-01AA-5A54-507558840C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44633" y="1226234"/>
              <a:ext cx="7668792" cy="5083629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sp>
          <p:nvSpPr>
            <p:cNvPr id="2" name="TNBC_Env_text">
              <a:extLst>
                <a:ext uri="{FF2B5EF4-FFF2-40B4-BE49-F238E27FC236}">
                  <a16:creationId xmlns:a16="http://schemas.microsoft.com/office/drawing/2014/main" xmlns="" id="{F2263DB6-064E-8954-E7EE-D3F06AAF4352}"/>
                </a:ext>
              </a:extLst>
            </p:cNvPr>
            <p:cNvSpPr txBox="1"/>
            <p:nvPr/>
          </p:nvSpPr>
          <p:spPr>
            <a:xfrm>
              <a:off x="3521669" y="6424974"/>
              <a:ext cx="5148662" cy="738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Source: </a:t>
              </a:r>
            </a:p>
            <a:p>
              <a:pPr algn="r"/>
              <a:r>
                <a:rPr lang="fr-FR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Chen et al. </a:t>
              </a:r>
              <a:r>
                <a:rPr lang="fr-FR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Cell</a:t>
              </a:r>
              <a:r>
                <a:rPr lang="fr-FR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&amp; Bioscience (2025) 15:13</a:t>
              </a:r>
            </a:p>
            <a:p>
              <a:pPr algn="r"/>
              <a:r>
                <a:rPr lang="en-US" sz="1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doi</a:t>
              </a:r>
              <a:r>
                <a:rPr lang="en-US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 </a:t>
              </a:r>
              <a:r>
                <a:rPr lang="x-none" sz="1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10.1186/s13578-025-01359-0</a:t>
              </a:r>
            </a:p>
          </p:txBody>
        </p:sp>
      </p:grpSp>
      <p:pic>
        <p:nvPicPr>
          <p:cNvPr id="15" name="Graphic 11">
            <a:extLst>
              <a:ext uri="{FF2B5EF4-FFF2-40B4-BE49-F238E27FC236}">
                <a16:creationId xmlns:a16="http://schemas.microsoft.com/office/drawing/2014/main" xmlns="" id="{51FE1894-2C86-4687-B1B9-8541E0A12D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11239502" y="150350"/>
            <a:ext cx="800099" cy="80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4863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A2E99F46-8EA4-E740-23AC-B431B35D3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xmlns="" id="{DDC5835A-94A0-B436-C872-3815CCE7AE9B}"/>
              </a:ext>
            </a:extLst>
          </p:cNvPr>
          <p:cNvSpPr txBox="1"/>
          <p:nvPr/>
        </p:nvSpPr>
        <p:spPr>
          <a:xfrm>
            <a:off x="359229" y="460972"/>
            <a:ext cx="2155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 set up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xmlns="" id="{82AAF958-0411-EDB0-CDE7-B40ED132E551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Workflow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9FC5198B-AF93-C12A-676A-1E5913E7B3DD}"/>
              </a:ext>
            </a:extLst>
          </p:cNvPr>
          <p:cNvSpPr/>
          <p:nvPr/>
        </p:nvSpPr>
        <p:spPr>
          <a:xfrm>
            <a:off x="794657" y="1439926"/>
            <a:ext cx="1719944" cy="3665496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FBF8FB31-BD45-EA64-10A5-B2374FA6528D}"/>
              </a:ext>
            </a:extLst>
          </p:cNvPr>
          <p:cNvSpPr/>
          <p:nvPr/>
        </p:nvSpPr>
        <p:spPr>
          <a:xfrm>
            <a:off x="2517014" y="1439926"/>
            <a:ext cx="2075526" cy="3665496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Mean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8276DC9E-386E-2D60-678C-85B4347BB7EF}"/>
              </a:ext>
            </a:extLst>
          </p:cNvPr>
          <p:cNvSpPr/>
          <p:nvPr/>
        </p:nvSpPr>
        <p:spPr>
          <a:xfrm>
            <a:off x="4567180" y="1439926"/>
            <a:ext cx="2577497" cy="3665496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Two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Assessment of 65 articles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Five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PCA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BORUTA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RFE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DD152BAF-A611-B847-BD65-75AAD9B87AC9}"/>
              </a:ext>
            </a:extLst>
          </p:cNvPr>
          <p:cNvSpPr/>
          <p:nvPr/>
        </p:nvSpPr>
        <p:spPr>
          <a:xfrm>
            <a:off x="9674986" y="1439926"/>
            <a:ext cx="1700586" cy="3665496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Classification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/ </a:t>
            </a:r>
            <a:r>
              <a:rPr lang="en-US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nTNBC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CCDF3F1C-A937-BA95-0EBA-58DC029AC73C}"/>
              </a:ext>
            </a:extLst>
          </p:cNvPr>
          <p:cNvSpPr/>
          <p:nvPr/>
        </p:nvSpPr>
        <p:spPr>
          <a:xfrm>
            <a:off x="7136203" y="1439926"/>
            <a:ext cx="2536371" cy="3665496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Three models: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Logistical regression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Also applied: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 weights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Arrow: Pentagon 10">
            <a:extLst>
              <a:ext uri="{FF2B5EF4-FFF2-40B4-BE49-F238E27FC236}">
                <a16:creationId xmlns:a16="http://schemas.microsoft.com/office/drawing/2014/main" xmlns="" id="{0B3C0082-5815-21C1-CDB5-8B405C623BFC}"/>
              </a:ext>
            </a:extLst>
          </p:cNvPr>
          <p:cNvSpPr/>
          <p:nvPr/>
        </p:nvSpPr>
        <p:spPr>
          <a:xfrm>
            <a:off x="794657" y="5225144"/>
            <a:ext cx="1719945" cy="598714"/>
          </a:xfrm>
          <a:prstGeom prst="homePlate">
            <a:avLst/>
          </a:prstGeom>
          <a:solidFill>
            <a:srgbClr val="61A6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Arrow: Chevron 11">
            <a:extLst>
              <a:ext uri="{FF2B5EF4-FFF2-40B4-BE49-F238E27FC236}">
                <a16:creationId xmlns:a16="http://schemas.microsoft.com/office/drawing/2014/main" xmlns="" id="{856A4177-4DEF-3A1A-29FF-5AF84A4358EB}"/>
              </a:ext>
            </a:extLst>
          </p:cNvPr>
          <p:cNvSpPr/>
          <p:nvPr/>
        </p:nvSpPr>
        <p:spPr>
          <a:xfrm>
            <a:off x="2530311" y="5225144"/>
            <a:ext cx="2036869" cy="598714"/>
          </a:xfrm>
          <a:prstGeom prst="chevron">
            <a:avLst/>
          </a:prstGeom>
          <a:solidFill>
            <a:srgbClr val="C87777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x-none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xmlns="" id="{0DBFF9A0-DBE5-AF76-2652-9D141BD0B2F0}"/>
              </a:ext>
            </a:extLst>
          </p:cNvPr>
          <p:cNvSpPr/>
          <p:nvPr/>
        </p:nvSpPr>
        <p:spPr>
          <a:xfrm>
            <a:off x="4592540" y="5225144"/>
            <a:ext cx="2552137" cy="598714"/>
          </a:xfrm>
          <a:prstGeom prst="chevron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  <a:endParaRPr lang="x-none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xmlns="" id="{52D907F3-60D3-C8C2-EA77-BA32E7D3593C}"/>
              </a:ext>
            </a:extLst>
          </p:cNvPr>
          <p:cNvSpPr/>
          <p:nvPr/>
        </p:nvSpPr>
        <p:spPr>
          <a:xfrm>
            <a:off x="7136203" y="5225144"/>
            <a:ext cx="2536371" cy="598714"/>
          </a:xfrm>
          <a:prstGeom prst="chevron">
            <a:avLst/>
          </a:prstGeom>
          <a:solidFill>
            <a:srgbClr val="6985B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</a:t>
            </a:r>
            <a:endParaRPr lang="x-none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xmlns="" id="{E18FE809-1B71-2669-98A5-B9C8B63233D0}"/>
              </a:ext>
            </a:extLst>
          </p:cNvPr>
          <p:cNvSpPr/>
          <p:nvPr/>
        </p:nvSpPr>
        <p:spPr>
          <a:xfrm>
            <a:off x="9661688" y="5225144"/>
            <a:ext cx="1713883" cy="598714"/>
          </a:xfrm>
          <a:custGeom>
            <a:avLst/>
            <a:gdLst>
              <a:gd name="connsiteX0" fmla="*/ 0 w 2020208"/>
              <a:gd name="connsiteY0" fmla="*/ 0 h 598714"/>
              <a:gd name="connsiteX1" fmla="*/ 1432379 w 2020208"/>
              <a:gd name="connsiteY1" fmla="*/ 0 h 598714"/>
              <a:gd name="connsiteX2" fmla="*/ 1720851 w 2020208"/>
              <a:gd name="connsiteY2" fmla="*/ 0 h 598714"/>
              <a:gd name="connsiteX3" fmla="*/ 2020208 w 2020208"/>
              <a:gd name="connsiteY3" fmla="*/ 0 h 598714"/>
              <a:gd name="connsiteX4" fmla="*/ 2020208 w 2020208"/>
              <a:gd name="connsiteY4" fmla="*/ 299357 h 598714"/>
              <a:gd name="connsiteX5" fmla="*/ 2020208 w 2020208"/>
              <a:gd name="connsiteY5" fmla="*/ 598714 h 598714"/>
              <a:gd name="connsiteX6" fmla="*/ 1720851 w 2020208"/>
              <a:gd name="connsiteY6" fmla="*/ 598714 h 598714"/>
              <a:gd name="connsiteX7" fmla="*/ 1432379 w 2020208"/>
              <a:gd name="connsiteY7" fmla="*/ 598714 h 598714"/>
              <a:gd name="connsiteX8" fmla="*/ 0 w 2020208"/>
              <a:gd name="connsiteY8" fmla="*/ 598714 h 598714"/>
              <a:gd name="connsiteX9" fmla="*/ 299357 w 2020208"/>
              <a:gd name="connsiteY9" fmla="*/ 299357 h 59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20208" h="598714">
                <a:moveTo>
                  <a:pt x="0" y="0"/>
                </a:moveTo>
                <a:lnTo>
                  <a:pt x="1432379" y="0"/>
                </a:lnTo>
                <a:lnTo>
                  <a:pt x="1720851" y="0"/>
                </a:lnTo>
                <a:lnTo>
                  <a:pt x="2020208" y="0"/>
                </a:lnTo>
                <a:lnTo>
                  <a:pt x="2020208" y="299357"/>
                </a:lnTo>
                <a:lnTo>
                  <a:pt x="2020208" y="598714"/>
                </a:lnTo>
                <a:lnTo>
                  <a:pt x="1720851" y="598714"/>
                </a:lnTo>
                <a:lnTo>
                  <a:pt x="1432379" y="598714"/>
                </a:lnTo>
                <a:lnTo>
                  <a:pt x="0" y="598714"/>
                </a:lnTo>
                <a:lnTo>
                  <a:pt x="299357" y="299357"/>
                </a:lnTo>
                <a:close/>
              </a:path>
            </a:pathLst>
          </a:cu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Output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6" name="Graphic 2">
            <a:extLst>
              <a:ext uri="{FF2B5EF4-FFF2-40B4-BE49-F238E27FC236}">
                <a16:creationId xmlns:a16="http://schemas.microsoft.com/office/drawing/2014/main" xmlns="" id="{31A682CE-98B8-82B0-76EB-B2AF7E6B2B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11244946" y="155794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241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CE852C78-503F-F3AA-6C7F-EC5E0B961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xmlns="" id="{36D8FCB8-AFFB-4F90-DCEA-A6C847C96038}"/>
              </a:ext>
            </a:extLst>
          </p:cNvPr>
          <p:cNvSpPr txBox="1"/>
          <p:nvPr/>
        </p:nvSpPr>
        <p:spPr>
          <a:xfrm>
            <a:off x="359229" y="460972"/>
            <a:ext cx="1845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 set up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:a16="http://schemas.microsoft.com/office/drawing/2014/main" xmlns="" id="{22205EC9-C620-51CF-59B4-C781FA24C816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DA404B48-8CAD-85A6-C66C-AC9CABB20B34}"/>
              </a:ext>
            </a:extLst>
          </p:cNvPr>
          <p:cNvSpPr/>
          <p:nvPr/>
        </p:nvSpPr>
        <p:spPr>
          <a:xfrm>
            <a:off x="3516086" y="1679293"/>
            <a:ext cx="5159819" cy="667986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 = 1097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xmlns="" id="{AAFAE932-9F02-CB1A-7AC9-467F43DC7525}"/>
              </a:ext>
            </a:extLst>
          </p:cNvPr>
          <p:cNvSpPr/>
          <p:nvPr/>
        </p:nvSpPr>
        <p:spPr>
          <a:xfrm>
            <a:off x="3516086" y="983497"/>
            <a:ext cx="5159826" cy="552159"/>
          </a:xfrm>
          <a:prstGeom prst="rect">
            <a:avLst/>
          </a:prstGeom>
          <a:solidFill>
            <a:srgbClr val="E1B7B1"/>
          </a:solidFill>
          <a:ln>
            <a:solidFill>
              <a:srgbClr val="C877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expression data of TNBC patients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xmlns="" id="{C2B4B9B0-2E14-2FFF-2E32-451FE71E38FC}"/>
              </a:ext>
            </a:extLst>
          </p:cNvPr>
          <p:cNvSpPr/>
          <p:nvPr/>
        </p:nvSpPr>
        <p:spPr>
          <a:xfrm>
            <a:off x="3516097" y="4910655"/>
            <a:ext cx="5159819" cy="1022779"/>
          </a:xfrm>
          <a:prstGeom prst="rect">
            <a:avLst/>
          </a:prstGeom>
          <a:solidFill>
            <a:srgbClr val="C87777"/>
          </a:solidFill>
          <a:ln>
            <a:solidFill>
              <a:srgbClr val="E1B7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Tumor samples: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 (BC)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xmlns="" id="{B54CC5F5-8B77-098F-B586-3F82B2FC8B1C}"/>
              </a:ext>
            </a:extLst>
          </p:cNvPr>
          <p:cNvSpPr/>
          <p:nvPr/>
        </p:nvSpPr>
        <p:spPr>
          <a:xfrm>
            <a:off x="3516093" y="2488113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Label based on clinical data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xmlns="" id="{E30D7BDB-1F4C-E757-F5A6-7DE3156A113C}"/>
              </a:ext>
            </a:extLst>
          </p:cNvPr>
          <p:cNvSpPr/>
          <p:nvPr/>
        </p:nvSpPr>
        <p:spPr>
          <a:xfrm>
            <a:off x="3516093" y="3296931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indeterminable cases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xmlns="" id="{EBF09AF1-F58B-8B6F-15A2-6A1FEDF6EEEE}"/>
              </a:ext>
            </a:extLst>
          </p:cNvPr>
          <p:cNvSpPr/>
          <p:nvPr/>
        </p:nvSpPr>
        <p:spPr>
          <a:xfrm>
            <a:off x="3516093" y="4101836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cases without RNA data</a:t>
            </a:r>
          </a:p>
        </p:txBody>
      </p:sp>
      <p:pic>
        <p:nvPicPr>
          <p:cNvPr id="11" name="Graphic 2">
            <a:extLst>
              <a:ext uri="{FF2B5EF4-FFF2-40B4-BE49-F238E27FC236}">
                <a16:creationId xmlns:a16="http://schemas.microsoft.com/office/drawing/2014/main" xmlns="" id="{31A682CE-98B8-82B0-76EB-B2AF7E6B2B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11244946" y="155794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312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F5F3E35A-BFAF-2BD7-387D-AF09A74FC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:a16="http://schemas.microsoft.com/office/drawing/2014/main" xmlns="" id="{AC06D787-211C-AB95-EC22-9FCE0990CCA5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 set up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F64BE28E-9795-DCAA-732E-9790215E237B}"/>
              </a:ext>
            </a:extLst>
          </p:cNvPr>
          <p:cNvSpPr/>
          <p:nvPr/>
        </p:nvSpPr>
        <p:spPr>
          <a:xfrm>
            <a:off x="2512464" y="2669893"/>
            <a:ext cx="3583535" cy="3045108"/>
          </a:xfrm>
          <a:prstGeom prst="rect">
            <a:avLst/>
          </a:prstGeom>
          <a:solidFill>
            <a:schemeClr val="bg1"/>
          </a:solidFill>
          <a:ln>
            <a:solidFill>
              <a:srgbClr val="9AB6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Quantified in all datasets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Deletion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With near-zero variance</a:t>
            </a:r>
          </a:p>
          <a:p>
            <a:pPr lvl="1"/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Recursive feature elimination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Principal Component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AD536F55-81AF-1CFD-1E80-77BC55812D39}"/>
              </a:ext>
            </a:extLst>
          </p:cNvPr>
          <p:cNvSpPr/>
          <p:nvPr/>
        </p:nvSpPr>
        <p:spPr>
          <a:xfrm>
            <a:off x="2512464" y="2049407"/>
            <a:ext cx="3583536" cy="489858"/>
          </a:xfrm>
          <a:prstGeom prst="rect">
            <a:avLst/>
          </a:prstGeom>
          <a:solidFill>
            <a:srgbClr val="9AB6D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Dimensionality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58DF7C3F-03C0-D0B0-0C62-14319F921916}"/>
              </a:ext>
            </a:extLst>
          </p:cNvPr>
          <p:cNvSpPr/>
          <p:nvPr/>
        </p:nvSpPr>
        <p:spPr>
          <a:xfrm>
            <a:off x="6368147" y="2049407"/>
            <a:ext cx="3656070" cy="489858"/>
          </a:xfrm>
          <a:prstGeom prst="rect">
            <a:avLst/>
          </a:prstGeom>
          <a:solidFill>
            <a:srgbClr val="7267A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Harmonization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08894AE5-32FF-7BB1-6680-83F81DE2FD6A}"/>
              </a:ext>
            </a:extLst>
          </p:cNvPr>
          <p:cNvSpPr/>
          <p:nvPr/>
        </p:nvSpPr>
        <p:spPr>
          <a:xfrm>
            <a:off x="6368144" y="2669893"/>
            <a:ext cx="3656073" cy="3045108"/>
          </a:xfrm>
          <a:prstGeom prst="rect">
            <a:avLst/>
          </a:prstGeom>
          <a:solidFill>
            <a:schemeClr val="bg1"/>
          </a:solidFill>
          <a:ln>
            <a:solidFill>
              <a:srgbClr val="7267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Applying logarithm transformation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Scaling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Rows (cases</a:t>
            </a:r>
            <a:r>
              <a:rPr lang="en-US" dirty="0" smtClean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), no duplicates</a:t>
            </a: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Columns (genes)</a:t>
            </a:r>
          </a:p>
        </p:txBody>
      </p:sp>
      <p:sp>
        <p:nvSpPr>
          <p:cNvPr id="11" name="001_subtitle">
            <a:extLst>
              <a:ext uri="{FF2B5EF4-FFF2-40B4-BE49-F238E27FC236}">
                <a16:creationId xmlns:a16="http://schemas.microsoft.com/office/drawing/2014/main" xmlns="" id="{4F830B43-F57E-4CD9-AEAC-540211606A5F}"/>
              </a:ext>
            </a:extLst>
          </p:cNvPr>
          <p:cNvSpPr txBox="1"/>
          <p:nvPr/>
        </p:nvSpPr>
        <p:spPr>
          <a:xfrm>
            <a:off x="359229" y="765783"/>
            <a:ext cx="1611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0" name="Graphic 2">
            <a:extLst>
              <a:ext uri="{FF2B5EF4-FFF2-40B4-BE49-F238E27FC236}">
                <a16:creationId xmlns:a16="http://schemas.microsoft.com/office/drawing/2014/main" xmlns="" id="{31A682CE-98B8-82B0-76EB-B2AF7E6B2B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11244946" y="155794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087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F28269AF-4181-57F3-67FB-0E5A9365F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9EF678FF-E300-D3A6-6651-0FAB069DF9BE}"/>
              </a:ext>
            </a:extLst>
          </p:cNvPr>
          <p:cNvSpPr/>
          <p:nvPr/>
        </p:nvSpPr>
        <p:spPr>
          <a:xfrm>
            <a:off x="4245429" y="2789611"/>
            <a:ext cx="7369628" cy="3071126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xmlns="" id="{07DF2542-CE1F-2154-0C7C-2D62B634C371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 approach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xmlns="" id="{E6255DD2-6EFB-6BCF-ABF3-C75300CCDE85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D10E52DA-273A-6D50-F870-EEE193E91E24}"/>
              </a:ext>
            </a:extLst>
          </p:cNvPr>
          <p:cNvSpPr/>
          <p:nvPr/>
        </p:nvSpPr>
        <p:spPr>
          <a:xfrm>
            <a:off x="995354" y="1439926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43A46E45-7C66-8742-4A27-F1F01A0BD2FA}"/>
              </a:ext>
            </a:extLst>
          </p:cNvPr>
          <p:cNvSpPr/>
          <p:nvPr/>
        </p:nvSpPr>
        <p:spPr>
          <a:xfrm>
            <a:off x="4377213" y="1439926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B2653D81-1BD9-751F-2C5A-336FEAA42D23}"/>
              </a:ext>
            </a:extLst>
          </p:cNvPr>
          <p:cNvSpPr/>
          <p:nvPr/>
        </p:nvSpPr>
        <p:spPr>
          <a:xfrm>
            <a:off x="989356" y="2924452"/>
            <a:ext cx="2867743" cy="1338964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65 research papers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oncogenes and biomarkers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0D693161-2C97-B996-A642-24A6E3973ECD}"/>
              </a:ext>
            </a:extLst>
          </p:cNvPr>
          <p:cNvSpPr/>
          <p:nvPr/>
        </p:nvSpPr>
        <p:spPr>
          <a:xfrm>
            <a:off x="995354" y="2158295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59566D40-FB0A-9440-0213-9402D825B9CA}"/>
              </a:ext>
            </a:extLst>
          </p:cNvPr>
          <p:cNvSpPr/>
          <p:nvPr/>
        </p:nvSpPr>
        <p:spPr>
          <a:xfrm>
            <a:off x="4377212" y="5988439"/>
            <a:ext cx="2861743" cy="478983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 methods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xmlns="" id="{37069335-E578-F079-928C-96F5CC5AE599}"/>
              </a:ext>
            </a:extLst>
          </p:cNvPr>
          <p:cNvSpPr/>
          <p:nvPr/>
        </p:nvSpPr>
        <p:spPr>
          <a:xfrm>
            <a:off x="4383209" y="2924452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BORUTA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(Random Forest)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xmlns="" id="{65107A95-FADC-1697-D1CA-62C9AF58BFD5}"/>
              </a:ext>
            </a:extLst>
          </p:cNvPr>
          <p:cNvSpPr/>
          <p:nvPr/>
        </p:nvSpPr>
        <p:spPr>
          <a:xfrm>
            <a:off x="4377213" y="2158295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extraction: PCA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F9A885C6-8EE2-ECFB-73F2-1E184FF7A424}"/>
              </a:ext>
            </a:extLst>
          </p:cNvPr>
          <p:cNvSpPr/>
          <p:nvPr/>
        </p:nvSpPr>
        <p:spPr>
          <a:xfrm>
            <a:off x="4377212" y="3904146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LASSO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(Regression)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xmlns="" id="{2D2CCC73-5AD9-56B1-2A5D-40F03BE5FCA7}"/>
              </a:ext>
            </a:extLst>
          </p:cNvPr>
          <p:cNvSpPr/>
          <p:nvPr/>
        </p:nvSpPr>
        <p:spPr>
          <a:xfrm>
            <a:off x="4377212" y="4880958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RFE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(Support Vector Machine)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xmlns="" id="{7149751A-38CD-F62F-1C7F-E36D8DC64264}"/>
              </a:ext>
            </a:extLst>
          </p:cNvPr>
          <p:cNvSpPr/>
          <p:nvPr/>
        </p:nvSpPr>
        <p:spPr>
          <a:xfrm>
            <a:off x="7474933" y="2158296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60660 features (all)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xmlns="" id="{70D4A10D-3DC9-E2BF-9B04-87312E162405}"/>
              </a:ext>
            </a:extLst>
          </p:cNvPr>
          <p:cNvSpPr/>
          <p:nvPr/>
        </p:nvSpPr>
        <p:spPr>
          <a:xfrm>
            <a:off x="7474932" y="5988439"/>
            <a:ext cx="2861743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19962 features (protein)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xmlns="" id="{123C9AB6-A54B-38F0-99ED-5ED4EED68D78}"/>
              </a:ext>
            </a:extLst>
          </p:cNvPr>
          <p:cNvSpPr/>
          <p:nvPr/>
        </p:nvSpPr>
        <p:spPr>
          <a:xfrm>
            <a:off x="7474932" y="2946234"/>
            <a:ext cx="2861742" cy="2783834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284 features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(research papers)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81B54359-7745-E28B-0783-E306FE9E3954}"/>
              </a:ext>
            </a:extLst>
          </p:cNvPr>
          <p:cNvSpPr txBox="1"/>
          <p:nvPr/>
        </p:nvSpPr>
        <p:spPr>
          <a:xfrm>
            <a:off x="10415873" y="3837870"/>
            <a:ext cx="959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xmlns="" id="{9C256A0E-0CBF-1E0D-B063-E6690A246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88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E168F66A-EFC2-B79F-DF19-F2270C44B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xmlns="" id="{E3A88FEA-E64A-DB03-D08C-5020D91D0A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01002" y="1730542"/>
            <a:ext cx="3570511" cy="4517857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xmlns="" id="{B92C5B9D-0252-AAFC-26DB-4B889CE5EA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12774" y="1730542"/>
            <a:ext cx="3570511" cy="4517857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xmlns="" id="{ABA31ED2-F6CA-856B-1096-F83261EB55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4546" y="1730542"/>
            <a:ext cx="3570511" cy="4517857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xmlns="" id="{FA4932E3-C3A2-3ECB-E870-9B3C46386376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 approach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xmlns="" id="{6866F34B-98AD-59E8-C990-0B7464DD0A27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5959A0FF-6ACE-F1B8-14C5-AB5CDF735F70}"/>
              </a:ext>
            </a:extLst>
          </p:cNvPr>
          <p:cNvSpPr txBox="1"/>
          <p:nvPr/>
        </p:nvSpPr>
        <p:spPr>
          <a:xfrm>
            <a:off x="4561112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‘Overexpressed in TNBC’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CADB73A8-A8E3-14E5-69AA-4ED08D37FEE7}"/>
              </a:ext>
            </a:extLst>
          </p:cNvPr>
          <p:cNvSpPr txBox="1"/>
          <p:nvPr/>
        </p:nvSpPr>
        <p:spPr>
          <a:xfrm>
            <a:off x="4561112" y="4857901"/>
            <a:ext cx="3004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‘Distinct biomarker for TNBC’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165E27D3-88E8-A91D-0444-B7BF787283B9}"/>
              </a:ext>
            </a:extLst>
          </p:cNvPr>
          <p:cNvSpPr txBox="1"/>
          <p:nvPr/>
        </p:nvSpPr>
        <p:spPr>
          <a:xfrm>
            <a:off x="4561112" y="4389814"/>
            <a:ext cx="3004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‘Critical role in TNBC’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7DE0B5A0-6F1E-1CC0-7391-47674F3E60D1}"/>
              </a:ext>
            </a:extLst>
          </p:cNvPr>
          <p:cNvSpPr txBox="1"/>
          <p:nvPr/>
        </p:nvSpPr>
        <p:spPr>
          <a:xfrm>
            <a:off x="990601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Read 65 papers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xmlns="" id="{814FAE69-F6C7-91DA-261B-3EAD694E9B15}"/>
              </a:ext>
            </a:extLst>
          </p:cNvPr>
          <p:cNvSpPr txBox="1"/>
          <p:nvPr/>
        </p:nvSpPr>
        <p:spPr>
          <a:xfrm>
            <a:off x="8355385" y="4857901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Assumption </a:t>
            </a:r>
            <a:r>
              <a:rPr lang="en-US" sz="1800" kern="0" dirty="0" smtClean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proven </a:t>
            </a:r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false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xmlns="" id="{59895A70-4326-9C66-4E4A-2931728ACE42}"/>
              </a:ext>
            </a:extLst>
          </p:cNvPr>
          <p:cNvSpPr txBox="1"/>
          <p:nvPr/>
        </p:nvSpPr>
        <p:spPr>
          <a:xfrm>
            <a:off x="8355385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Explainable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xmlns="" id="{1F1C8CEC-775B-A638-CF3E-217D23676157}"/>
              </a:ext>
            </a:extLst>
          </p:cNvPr>
          <p:cNvSpPr txBox="1"/>
          <p:nvPr/>
        </p:nvSpPr>
        <p:spPr>
          <a:xfrm>
            <a:off x="990601" y="4870352"/>
            <a:ext cx="300445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Assumption:</a:t>
            </a:r>
          </a:p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‘biomarker results in near perfect model’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xmlns="" id="{C789F945-A2BE-5A47-6153-F17C478D77B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78930" y="1927548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Assessment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xmlns="" id="{31D36F3E-427E-8967-0770-8608C11511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567157" y="1937370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Criteria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xmlns="" id="{4B62DF7C-8367-EEB6-18C0-50E97CEA1C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355385" y="1984217"/>
            <a:ext cx="2861744" cy="457201"/>
          </a:xfrm>
          <a:prstGeom prst="rect">
            <a:avLst/>
          </a:prstGeom>
          <a:solidFill>
            <a:srgbClr val="61A6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47" name="Graphic 46">
            <a:extLst>
              <a:ext uri="{FF2B5EF4-FFF2-40B4-BE49-F238E27FC236}">
                <a16:creationId xmlns:a16="http://schemas.microsoft.com/office/drawing/2014/main" xmlns="" id="{63C68B22-79CC-5426-1B36-0AF450DC21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1767177" y="2672084"/>
            <a:ext cx="885248" cy="885248"/>
          </a:xfrm>
          <a:prstGeom prst="rect">
            <a:avLst/>
          </a:prstGeom>
        </p:spPr>
      </p:pic>
      <p:pic>
        <p:nvPicPr>
          <p:cNvPr id="49" name="Graphic 48">
            <a:extLst>
              <a:ext uri="{FF2B5EF4-FFF2-40B4-BE49-F238E27FC236}">
                <a16:creationId xmlns:a16="http://schemas.microsoft.com/office/drawing/2014/main" xmlns="" id="{5CFF7006-5238-C8CB-022F-1353A8E70B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555404" y="2672083"/>
            <a:ext cx="885249" cy="885249"/>
          </a:xfrm>
          <a:prstGeom prst="rect">
            <a:avLst/>
          </a:prstGeom>
        </p:spPr>
      </p:pic>
      <p:pic>
        <p:nvPicPr>
          <p:cNvPr id="51" name="Graphic 50">
            <a:extLst>
              <a:ext uri="{FF2B5EF4-FFF2-40B4-BE49-F238E27FC236}">
                <a16:creationId xmlns:a16="http://schemas.microsoft.com/office/drawing/2014/main" xmlns="" id="{F9B15800-D803-ED03-6791-B2E4EBB82A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9343632" y="2672083"/>
            <a:ext cx="885249" cy="885249"/>
          </a:xfrm>
          <a:prstGeom prst="rect">
            <a:avLst/>
          </a:prstGeom>
        </p:spPr>
      </p:pic>
      <p:pic>
        <p:nvPicPr>
          <p:cNvPr id="20" name="Graphic 3">
            <a:extLst>
              <a:ext uri="{FF2B5EF4-FFF2-40B4-BE49-F238E27FC236}">
                <a16:creationId xmlns:a16="http://schemas.microsoft.com/office/drawing/2014/main" xmlns="" id="{41B84DD7-C8A8-031E-1F48-DAE64F00881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141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F76FBCC6-F9D9-9148-A9D3-12D44C3BA5CA}"/>
              </a:ext>
            </a:extLst>
          </p:cNvPr>
          <p:cNvSpPr/>
          <p:nvPr/>
        </p:nvSpPr>
        <p:spPr>
          <a:xfrm>
            <a:off x="1426029" y="2320387"/>
            <a:ext cx="9361714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xmlns="" id="{768E9ECE-6B6D-743D-B969-573EE62619B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 approach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:a16="http://schemas.microsoft.com/office/drawing/2014/main" xmlns="" id="{5F0C334F-F24D-F098-108A-AF7FA21D72E4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B977D03C-FE2F-8E34-E262-15B6B156FC91}"/>
              </a:ext>
            </a:extLst>
          </p:cNvPr>
          <p:cNvSpPr/>
          <p:nvPr/>
        </p:nvSpPr>
        <p:spPr>
          <a:xfrm>
            <a:off x="1561411" y="1635868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E3DBEAE1-C4DA-0148-C38A-8B96CAB552F1}"/>
              </a:ext>
            </a:extLst>
          </p:cNvPr>
          <p:cNvSpPr/>
          <p:nvPr/>
        </p:nvSpPr>
        <p:spPr>
          <a:xfrm>
            <a:off x="4671127" y="1635868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64166FE-6558-DEB1-2917-D5A660DB9814}"/>
              </a:ext>
            </a:extLst>
          </p:cNvPr>
          <p:cNvSpPr/>
          <p:nvPr/>
        </p:nvSpPr>
        <p:spPr>
          <a:xfrm>
            <a:off x="7768846" y="1635868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3074" name="Picture 2" descr="Schematic diagram of 2D hyperplane in 3D feature space. The red and ...">
            <a:extLst>
              <a:ext uri="{FF2B5EF4-FFF2-40B4-BE49-F238E27FC236}">
                <a16:creationId xmlns:a16="http://schemas.microsoft.com/office/drawing/2014/main" xmlns="" id="{39292B54-3F7D-5E1E-C16F-CA7CF57E7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8102" y="3165810"/>
            <a:ext cx="2188029" cy="2188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Random Forest – TikZ.net">
            <a:extLst>
              <a:ext uri="{FF2B5EF4-FFF2-40B4-BE49-F238E27FC236}">
                <a16:creationId xmlns:a16="http://schemas.microsoft.com/office/drawing/2014/main" xmlns="" id="{4B66FDFC-1A82-93C4-95F5-9935BA4CB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7528" y="3278341"/>
            <a:ext cx="2867743" cy="207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Linear Regression Explained | Papers With Code">
            <a:extLst>
              <a:ext uri="{FF2B5EF4-FFF2-40B4-BE49-F238E27FC236}">
                <a16:creationId xmlns:a16="http://schemas.microsoft.com/office/drawing/2014/main" xmlns="" id="{D4C8ADE4-274D-5A64-8F69-30483698A7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3811" y="3378019"/>
            <a:ext cx="2867743" cy="189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xmlns="" id="{41B84DD7-C8A8-031E-1F48-DAE64F0088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2913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F76FBCC6-F9D9-9148-A9D3-12D44C3BA5CA}"/>
              </a:ext>
            </a:extLst>
          </p:cNvPr>
          <p:cNvSpPr/>
          <p:nvPr/>
        </p:nvSpPr>
        <p:spPr>
          <a:xfrm>
            <a:off x="1801587" y="3216911"/>
            <a:ext cx="9361714" cy="3542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xmlns="" id="{768E9ECE-6B6D-743D-B969-573EE62619B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</a:t>
            </a:r>
          </a:p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      evaluation</a:t>
            </a:r>
          </a:p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 accuracy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B977D03C-FE2F-8E34-E262-15B6B156FC91}"/>
              </a:ext>
            </a:extLst>
          </p:cNvPr>
          <p:cNvSpPr/>
          <p:nvPr/>
        </p:nvSpPr>
        <p:spPr>
          <a:xfrm>
            <a:off x="1941856" y="108856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E3DBEAE1-C4DA-0148-C38A-8B96CAB552F1}"/>
              </a:ext>
            </a:extLst>
          </p:cNvPr>
          <p:cNvSpPr/>
          <p:nvPr/>
        </p:nvSpPr>
        <p:spPr>
          <a:xfrm>
            <a:off x="5070167" y="131700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5FCE5D7E-1EB7-1E53-281F-BCE90E941E6F}"/>
              </a:ext>
            </a:extLst>
          </p:cNvPr>
          <p:cNvSpPr/>
          <p:nvPr/>
        </p:nvSpPr>
        <p:spPr>
          <a:xfrm>
            <a:off x="1910838" y="3558989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xmlns="" id="{E63E312E-81EF-4E2E-D165-46A30798A110}"/>
              </a:ext>
            </a:extLst>
          </p:cNvPr>
          <p:cNvSpPr/>
          <p:nvPr/>
        </p:nvSpPr>
        <p:spPr>
          <a:xfrm>
            <a:off x="5070167" y="3550528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xmlns="" id="{2847509F-7CDD-5BB4-6FE7-FBED3A0874BC}"/>
              </a:ext>
            </a:extLst>
          </p:cNvPr>
          <p:cNvSpPr/>
          <p:nvPr/>
        </p:nvSpPr>
        <p:spPr>
          <a:xfrm>
            <a:off x="8155288" y="3552502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64166FE-6558-DEB1-2917-D5A660DB9814}"/>
              </a:ext>
            </a:extLst>
          </p:cNvPr>
          <p:cNvSpPr/>
          <p:nvPr/>
        </p:nvSpPr>
        <p:spPr>
          <a:xfrm>
            <a:off x="8155288" y="131700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18" name="Afbeelding 17">
            <a:extLst>
              <a:ext uri="{FF2B5EF4-FFF2-40B4-BE49-F238E27FC236}">
                <a16:creationId xmlns:a16="http://schemas.microsoft.com/office/drawing/2014/main" xmlns="" id="{87D3ECC6-89CF-B3E4-A345-FCD4E7C45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245" y="658903"/>
            <a:ext cx="2333951" cy="2495898"/>
          </a:xfrm>
          <a:prstGeom prst="rect">
            <a:avLst/>
          </a:prstGeom>
        </p:spPr>
      </p:pic>
      <p:pic>
        <p:nvPicPr>
          <p:cNvPr id="20" name="Afbeelding 19">
            <a:extLst>
              <a:ext uri="{FF2B5EF4-FFF2-40B4-BE49-F238E27FC236}">
                <a16:creationId xmlns:a16="http://schemas.microsoft.com/office/drawing/2014/main" xmlns="" id="{0F88C73D-DE89-E67D-AF33-5387C34A3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0989" y="4119723"/>
            <a:ext cx="2343477" cy="2524477"/>
          </a:xfrm>
          <a:prstGeom prst="rect">
            <a:avLst/>
          </a:prstGeom>
        </p:spPr>
      </p:pic>
      <p:pic>
        <p:nvPicPr>
          <p:cNvPr id="26" name="Afbeelding 25">
            <a:extLst>
              <a:ext uri="{FF2B5EF4-FFF2-40B4-BE49-F238E27FC236}">
                <a16:creationId xmlns:a16="http://schemas.microsoft.com/office/drawing/2014/main" xmlns="" id="{A3C7A71C-CAB7-B6DB-61CA-94369ED837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9657" y="670905"/>
            <a:ext cx="2353003" cy="2514951"/>
          </a:xfrm>
          <a:prstGeom prst="rect">
            <a:avLst/>
          </a:prstGeom>
        </p:spPr>
      </p:pic>
      <p:pic>
        <p:nvPicPr>
          <p:cNvPr id="28" name="Afbeelding 27">
            <a:extLst>
              <a:ext uri="{FF2B5EF4-FFF2-40B4-BE49-F238E27FC236}">
                <a16:creationId xmlns:a16="http://schemas.microsoft.com/office/drawing/2014/main" xmlns="" id="{8F2B1E49-A7F2-3F1C-0E71-CA5AD464C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9656" y="4114959"/>
            <a:ext cx="2353003" cy="2514951"/>
          </a:xfrm>
          <a:prstGeom prst="rect">
            <a:avLst/>
          </a:prstGeom>
        </p:spPr>
      </p:pic>
      <p:pic>
        <p:nvPicPr>
          <p:cNvPr id="30" name="Afbeelding 29">
            <a:extLst>
              <a:ext uri="{FF2B5EF4-FFF2-40B4-BE49-F238E27FC236}">
                <a16:creationId xmlns:a16="http://schemas.microsoft.com/office/drawing/2014/main" xmlns="" id="{EDF6A779-1C3A-D2F8-75D2-3BC203BE33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9300" y="649376"/>
            <a:ext cx="2343477" cy="2514951"/>
          </a:xfrm>
          <a:prstGeom prst="rect">
            <a:avLst/>
          </a:prstGeom>
        </p:spPr>
      </p:pic>
      <p:pic>
        <p:nvPicPr>
          <p:cNvPr id="32" name="Afbeelding 31">
            <a:extLst>
              <a:ext uri="{FF2B5EF4-FFF2-40B4-BE49-F238E27FC236}">
                <a16:creationId xmlns:a16="http://schemas.microsoft.com/office/drawing/2014/main" xmlns="" id="{6465D1C0-223A-DDC4-6CC6-D86A6D9E52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10086" y="4134012"/>
            <a:ext cx="2333951" cy="2495898"/>
          </a:xfrm>
          <a:prstGeom prst="rect">
            <a:avLst/>
          </a:prstGeom>
        </p:spPr>
      </p:pic>
      <p:pic>
        <p:nvPicPr>
          <p:cNvPr id="19" name="Graphic 9">
            <a:extLst>
              <a:ext uri="{FF2B5EF4-FFF2-40B4-BE49-F238E27FC236}">
                <a16:creationId xmlns:a16="http://schemas.microsoft.com/office/drawing/2014/main" xmlns="" id="{BA7F0A06-504A-1E32-9571-8A71324FF3C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979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6C8C8281-0EFA-A59E-63BF-7FDECFE6C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79725AA2-FCCE-F0EE-9655-B80A56D5C13E}"/>
              </a:ext>
            </a:extLst>
          </p:cNvPr>
          <p:cNvSpPr/>
          <p:nvPr/>
        </p:nvSpPr>
        <p:spPr>
          <a:xfrm>
            <a:off x="2623456" y="78687"/>
            <a:ext cx="8556173" cy="3331027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Cross Validation Five Fold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xmlns="" id="{26A52BF9-B15A-F427-E0BE-FC3974804402}"/>
              </a:ext>
            </a:extLst>
          </p:cNvPr>
          <p:cNvSpPr txBox="1"/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 evaluation</a:t>
            </a:r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Selected feature set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E9BD94A8-570C-27DA-3ADE-FC048B223CFE}"/>
              </a:ext>
            </a:extLst>
          </p:cNvPr>
          <p:cNvSpPr/>
          <p:nvPr/>
        </p:nvSpPr>
        <p:spPr>
          <a:xfrm>
            <a:off x="2623457" y="3429001"/>
            <a:ext cx="8556171" cy="3331028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4174E7CA-1771-94F4-663D-17D76134BDBA}"/>
              </a:ext>
            </a:extLst>
          </p:cNvPr>
          <p:cNvSpPr/>
          <p:nvPr/>
        </p:nvSpPr>
        <p:spPr>
          <a:xfrm>
            <a:off x="2829193" y="6057642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E6371D62-E22B-FCD8-DE91-C59FBB2A88FC}"/>
              </a:ext>
            </a:extLst>
          </p:cNvPr>
          <p:cNvSpPr/>
          <p:nvPr/>
        </p:nvSpPr>
        <p:spPr>
          <a:xfrm>
            <a:off x="2829193" y="2705091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5" name="Graphic 1">
            <a:extLst>
              <a:ext uri="{FF2B5EF4-FFF2-40B4-BE49-F238E27FC236}">
                <a16:creationId xmlns:a16="http://schemas.microsoft.com/office/drawing/2014/main" xmlns="" id="{1E4444D7-C9B9-8E5D-0583-D26610B0BD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5331813" y="3652402"/>
            <a:ext cx="5731510" cy="2865755"/>
          </a:xfrm>
          <a:prstGeom prst="rect">
            <a:avLst/>
          </a:prstGeom>
        </p:spPr>
      </p:pic>
      <p:pic>
        <p:nvPicPr>
          <p:cNvPr id="6" name="Graphic 1">
            <a:extLst>
              <a:ext uri="{FF2B5EF4-FFF2-40B4-BE49-F238E27FC236}">
                <a16:creationId xmlns:a16="http://schemas.microsoft.com/office/drawing/2014/main" xmlns="" id="{FD23718E-A7E1-AAC4-CA27-55F141C556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331813" y="339843"/>
            <a:ext cx="5731510" cy="2865755"/>
          </a:xfrm>
          <a:prstGeom prst="rect">
            <a:avLst/>
          </a:prstGeom>
        </p:spPr>
      </p:pic>
      <p:pic>
        <p:nvPicPr>
          <p:cNvPr id="7" name="Picture 6" descr="A close-up of a sign&#10;&#10;AI-generated content may be incorrect.">
            <a:extLst>
              <a:ext uri="{FF2B5EF4-FFF2-40B4-BE49-F238E27FC236}">
                <a16:creationId xmlns:a16="http://schemas.microsoft.com/office/drawing/2014/main" xmlns="" id="{762529CA-2647-83B3-F5C3-055944DAF4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716" y="2095005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 descr="A close-up of a sign&#10;&#10;AI-generated content may be incorrect.">
            <a:extLst>
              <a:ext uri="{FF2B5EF4-FFF2-40B4-BE49-F238E27FC236}">
                <a16:creationId xmlns:a16="http://schemas.microsoft.com/office/drawing/2014/main" xmlns="" id="{01025B97-2603-C621-774A-1DDFC94D7AD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716" y="5454518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xmlns="" id="{BA7F0A06-504A-1E32-9571-8A71324FF3C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10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BF375580-D8D2-F2B5-B5A0-13BE8D9FB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7A3B2F74-BFD2-C676-AEBB-B8E565564260}"/>
              </a:ext>
            </a:extLst>
          </p:cNvPr>
          <p:cNvSpPr/>
          <p:nvPr/>
        </p:nvSpPr>
        <p:spPr>
          <a:xfrm>
            <a:off x="2623456" y="1763486"/>
            <a:ext cx="9405257" cy="3331027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AUROC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xmlns="" id="{76F20FFC-06A5-C919-43B2-5935C8834466}"/>
              </a:ext>
            </a:extLst>
          </p:cNvPr>
          <p:cNvSpPr txBox="1"/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 evaluation</a:t>
            </a:r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Selected feature set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FE35EFB1-12EB-F1EE-69D5-28054043AB3C}"/>
              </a:ext>
            </a:extLst>
          </p:cNvPr>
          <p:cNvSpPr/>
          <p:nvPr/>
        </p:nvSpPr>
        <p:spPr>
          <a:xfrm>
            <a:off x="3461658" y="4389890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7" name="Picture 6" descr="A close-up of a sign&#10;&#10;AI-generated content may be incorrect.">
            <a:extLst>
              <a:ext uri="{FF2B5EF4-FFF2-40B4-BE49-F238E27FC236}">
                <a16:creationId xmlns:a16="http://schemas.microsoft.com/office/drawing/2014/main" xmlns="" id="{7419FCB9-B3A9-3652-BF9A-3AA72575F9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6181" y="3779804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xmlns="" id="{371D48DC-61D6-B900-376E-C04EF2D8C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6093813" y="1996121"/>
            <a:ext cx="5731510" cy="2865755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xmlns="" id="{55A179BE-EDB1-5C67-A4D4-9A1ECFCDBA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336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19AC6B90-169F-CFA8-8A10-83B1FED6D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7E6B50B4-9228-85BB-95A3-F3A53AE813F0}"/>
              </a:ext>
            </a:extLst>
          </p:cNvPr>
          <p:cNvSpPr>
            <a:spLocks/>
          </p:cNvSpPr>
          <p:nvPr/>
        </p:nvSpPr>
        <p:spPr>
          <a:xfrm>
            <a:off x="2623456" y="1107303"/>
            <a:ext cx="9405257" cy="5641840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LIME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xmlns="" id="{0AE60394-73D8-03AB-855E-EAC9177CA3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 evaluation</a:t>
            </a:r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Interpretability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7E623D64-4643-27A7-5150-757296630DE1}"/>
              </a:ext>
            </a:extLst>
          </p:cNvPr>
          <p:cNvSpPr/>
          <p:nvPr/>
        </p:nvSpPr>
        <p:spPr>
          <a:xfrm>
            <a:off x="7447187" y="1598830"/>
            <a:ext cx="4472670" cy="4835941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Negative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48DD16C1-AB54-75E5-482E-042D97AAC93E}"/>
              </a:ext>
            </a:extLst>
          </p:cNvPr>
          <p:cNvSpPr/>
          <p:nvPr/>
        </p:nvSpPr>
        <p:spPr>
          <a:xfrm>
            <a:off x="2811645" y="1598831"/>
            <a:ext cx="4472669" cy="4835940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Positive</a:t>
            </a:r>
          </a:p>
        </p:txBody>
      </p:sp>
      <p:pic>
        <p:nvPicPr>
          <p:cNvPr id="14" name="Graphic 1">
            <a:extLst>
              <a:ext uri="{FF2B5EF4-FFF2-40B4-BE49-F238E27FC236}">
                <a16:creationId xmlns:a16="http://schemas.microsoft.com/office/drawing/2014/main" xmlns="" id="{D4604E01-FD5C-4018-6B30-A20D3E7559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4837748" y="1774371"/>
            <a:ext cx="1950900" cy="4660402"/>
          </a:xfrm>
          <a:prstGeom prst="rect">
            <a:avLst/>
          </a:prstGeom>
        </p:spPr>
      </p:pic>
      <p:pic>
        <p:nvPicPr>
          <p:cNvPr id="4" name="Graphic 1">
            <a:extLst>
              <a:ext uri="{FF2B5EF4-FFF2-40B4-BE49-F238E27FC236}">
                <a16:creationId xmlns:a16="http://schemas.microsoft.com/office/drawing/2014/main" xmlns="" id="{30E656DF-8420-E8F9-47BA-6BAAFB4200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2939618" y="1774371"/>
            <a:ext cx="1770158" cy="692671"/>
          </a:xfrm>
          <a:prstGeom prst="rect">
            <a:avLst/>
          </a:prstGeom>
        </p:spPr>
      </p:pic>
      <p:pic>
        <p:nvPicPr>
          <p:cNvPr id="6" name="Graphic 1">
            <a:extLst>
              <a:ext uri="{FF2B5EF4-FFF2-40B4-BE49-F238E27FC236}">
                <a16:creationId xmlns:a16="http://schemas.microsoft.com/office/drawing/2014/main" xmlns="" id="{2A994162-8489-272C-ED55-726B00A5432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7447187" y="1774371"/>
            <a:ext cx="1770159" cy="692671"/>
          </a:xfrm>
          <a:prstGeom prst="rect">
            <a:avLst/>
          </a:prstGeom>
        </p:spPr>
      </p:pic>
      <p:pic>
        <p:nvPicPr>
          <p:cNvPr id="7" name="Graphic 1">
            <a:extLst>
              <a:ext uri="{FF2B5EF4-FFF2-40B4-BE49-F238E27FC236}">
                <a16:creationId xmlns:a16="http://schemas.microsoft.com/office/drawing/2014/main" xmlns="" id="{14FE4AE4-395A-C435-EDE0-AF2338FDED8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9259116" y="1774371"/>
            <a:ext cx="2023963" cy="483594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xmlns="" id="{597B0DDD-737F-4AE6-6EBB-6FF44F20E3A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9616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2F81E7CA-83D7-3A9B-83E6-162EFF23F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95A32272-037D-230D-F69C-CB344E7D939B}"/>
              </a:ext>
            </a:extLst>
          </p:cNvPr>
          <p:cNvSpPr>
            <a:spLocks/>
          </p:cNvSpPr>
          <p:nvPr/>
        </p:nvSpPr>
        <p:spPr>
          <a:xfrm>
            <a:off x="2623456" y="1107303"/>
            <a:ext cx="9405257" cy="5641840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SHAP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:a16="http://schemas.microsoft.com/office/drawing/2014/main" xmlns="" id="{6768F90E-EBEC-36C3-3EC6-3AFA1DB1BA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 evaluation</a:t>
            </a:r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Interpretability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8B6B4C70-4CB1-F5D4-2577-DF01463FD924}"/>
              </a:ext>
            </a:extLst>
          </p:cNvPr>
          <p:cNvSpPr/>
          <p:nvPr/>
        </p:nvSpPr>
        <p:spPr>
          <a:xfrm>
            <a:off x="7447187" y="1598830"/>
            <a:ext cx="4472670" cy="4835941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Negative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2282020B-C5CC-332F-5660-B3010186C279}"/>
              </a:ext>
            </a:extLst>
          </p:cNvPr>
          <p:cNvSpPr/>
          <p:nvPr/>
        </p:nvSpPr>
        <p:spPr>
          <a:xfrm>
            <a:off x="2811645" y="1598831"/>
            <a:ext cx="4472669" cy="4835940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Positive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xmlns="" id="{81A1DC0C-2273-B8FC-B2C9-D35239069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A7BF1E54-96C5-5BF4-3386-1B6ABFF9E0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1054" y="2704396"/>
            <a:ext cx="4264936" cy="2447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2E8D64A2-05C4-7658-1BD9-6B71342ECC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4715" y="2704395"/>
            <a:ext cx="4264936" cy="244765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216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xmlns="" id="{437A8F56-C73E-3B6A-1A23-D36D2B7DC000}"/>
              </a:ext>
            </a:extLst>
          </p:cNvPr>
          <p:cNvGrpSpPr/>
          <p:nvPr/>
        </p:nvGrpSpPr>
        <p:grpSpPr>
          <a:xfrm>
            <a:off x="7854247" y="4662231"/>
            <a:ext cx="3343493" cy="1054702"/>
            <a:chOff x="5704103" y="4514833"/>
            <a:chExt cx="2024754" cy="95100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DCB99DF9-A9DC-802A-3C12-E0BA5B11581F}"/>
                </a:ext>
              </a:extLst>
            </p:cNvPr>
            <p:cNvSpPr/>
            <p:nvPr/>
          </p:nvSpPr>
          <p:spPr>
            <a:xfrm>
              <a:off x="6716480" y="4514833"/>
              <a:ext cx="1012377" cy="951005"/>
            </a:xfrm>
            <a:prstGeom prst="rect">
              <a:avLst/>
            </a:prstGeom>
            <a:solidFill>
              <a:srgbClr val="E1B7B1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nTNBC</a:t>
              </a:r>
              <a:endPara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52E5BB92-EE59-C83B-EE83-D9E19FA61AF0}"/>
                </a:ext>
              </a:extLst>
            </p:cNvPr>
            <p:cNvSpPr/>
            <p:nvPr/>
          </p:nvSpPr>
          <p:spPr>
            <a:xfrm>
              <a:off x="5704103" y="4514833"/>
              <a:ext cx="1012377" cy="951005"/>
            </a:xfrm>
            <a:prstGeom prst="rect">
              <a:avLst/>
            </a:prstGeom>
            <a:solidFill>
              <a:srgbClr val="80B4B5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TNBC</a:t>
              </a:r>
              <a:endPara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8" name="000_topleftHeading">
            <a:extLst>
              <a:ext uri="{FF2B5EF4-FFF2-40B4-BE49-F238E27FC236}">
                <a16:creationId xmlns:a16="http://schemas.microsoft.com/office/drawing/2014/main" xmlns="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:a16="http://schemas.microsoft.com/office/drawing/2014/main" xmlns="" id="{A6AE533C-5B4F-8F93-C999-B358BF1053E4}"/>
              </a:ext>
            </a:extLst>
          </p:cNvPr>
          <p:cNvSpPr txBox="1"/>
          <p:nvPr/>
        </p:nvSpPr>
        <p:spPr>
          <a:xfrm>
            <a:off x="359228" y="765783"/>
            <a:ext cx="487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How accurately can TNBC status be predicted?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5F6B1BA-73E3-3089-C8E0-D47CAC7F3ADB}"/>
              </a:ext>
            </a:extLst>
          </p:cNvPr>
          <p:cNvSpPr txBox="1"/>
          <p:nvPr/>
        </p:nvSpPr>
        <p:spPr>
          <a:xfrm>
            <a:off x="1725376" y="1890732"/>
            <a:ext cx="5453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Accuracy is high, around 0.95 for most combinations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6AF226B-FF7A-BDA8-8095-D241C05639CF}"/>
              </a:ext>
            </a:extLst>
          </p:cNvPr>
          <p:cNvSpPr txBox="1"/>
          <p:nvPr/>
        </p:nvSpPr>
        <p:spPr>
          <a:xfrm>
            <a:off x="1725377" y="2782852"/>
            <a:ext cx="74613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Accuracy is misleading due to skewed data:</a:t>
            </a:r>
          </a:p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- </a:t>
            </a:r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assume “everything is </a:t>
            </a:r>
            <a:r>
              <a:rPr lang="en-US" dirty="0" err="1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nTNBC</a:t>
            </a:r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” = accuracy of 0.8843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5A455A23-768A-7A03-BCB2-F3DD8578FAB4}"/>
              </a:ext>
            </a:extLst>
          </p:cNvPr>
          <p:cNvSpPr txBox="1"/>
          <p:nvPr/>
        </p:nvSpPr>
        <p:spPr>
          <a:xfrm>
            <a:off x="1725377" y="3883423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Important to consider other metrics</a:t>
            </a:r>
            <a:endParaRPr lang="x-non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CF78D215-3266-DEC4-9C40-39CD48F034C1}"/>
              </a:ext>
            </a:extLst>
          </p:cNvPr>
          <p:cNvSpPr txBox="1"/>
          <p:nvPr/>
        </p:nvSpPr>
        <p:spPr>
          <a:xfrm>
            <a:off x="1725378" y="4822735"/>
            <a:ext cx="5453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Promising results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7" name="Graphic 3">
            <a:extLst>
              <a:ext uri="{FF2B5EF4-FFF2-40B4-BE49-F238E27FC236}">
                <a16:creationId xmlns:a16="http://schemas.microsoft.com/office/drawing/2014/main" xmlns="" id="{4AE3E20A-B84B-1636-6212-061E86FF94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1244945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938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000_topleftHeading">
            <a:extLst>
              <a:ext uri="{FF2B5EF4-FFF2-40B4-BE49-F238E27FC236}">
                <a16:creationId xmlns:a16="http://schemas.microsoft.com/office/drawing/2014/main" xmlns="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:a16="http://schemas.microsoft.com/office/drawing/2014/main" xmlns="" id="{A6AE533C-5B4F-8F93-C999-B358BF1053E4}"/>
              </a:ext>
            </a:extLst>
          </p:cNvPr>
          <p:cNvSpPr txBox="1"/>
          <p:nvPr/>
        </p:nvSpPr>
        <p:spPr>
          <a:xfrm>
            <a:off x="359228" y="765783"/>
            <a:ext cx="487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Which gene features are most useful?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5F6B1BA-73E3-3089-C8E0-D47CAC7F3ADB}"/>
              </a:ext>
            </a:extLst>
          </p:cNvPr>
          <p:cNvSpPr txBox="1"/>
          <p:nvPr/>
        </p:nvSpPr>
        <p:spPr>
          <a:xfrm>
            <a:off x="1725375" y="1890732"/>
            <a:ext cx="6363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 based gives better accuracy than manual analysis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6AF226B-FF7A-BDA8-8095-D241C05639CF}"/>
              </a:ext>
            </a:extLst>
          </p:cNvPr>
          <p:cNvSpPr txBox="1"/>
          <p:nvPr/>
        </p:nvSpPr>
        <p:spPr>
          <a:xfrm>
            <a:off x="1725377" y="2740122"/>
            <a:ext cx="74613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Automated features (PCA) are a wildcard and inexplicable: worst accuracy</a:t>
            </a:r>
          </a:p>
          <a:p>
            <a:pPr lvl="0"/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with raw data, then suddenly best accuracy with SMOTE applied</a:t>
            </a:r>
            <a:endParaRPr lang="en-US" dirty="0" smtClean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lvl="0"/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5A455A23-768A-7A03-BCB2-F3DD8578FAB4}"/>
              </a:ext>
            </a:extLst>
          </p:cNvPr>
          <p:cNvSpPr txBox="1"/>
          <p:nvPr/>
        </p:nvSpPr>
        <p:spPr>
          <a:xfrm>
            <a:off x="1725377" y="3832147"/>
            <a:ext cx="5453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Use of 297 genes referenced in literature, reduced by LASSO, gives best results, though RFE similar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CF78D215-3266-DEC4-9C40-39CD48F034C1}"/>
              </a:ext>
            </a:extLst>
          </p:cNvPr>
          <p:cNvSpPr txBox="1"/>
          <p:nvPr/>
        </p:nvSpPr>
        <p:spPr>
          <a:xfrm>
            <a:off x="1725378" y="5027836"/>
            <a:ext cx="5453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Genes selected by LASSO match those identified as high importance in literature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7" name="Graphic 3">
            <a:extLst>
              <a:ext uri="{FF2B5EF4-FFF2-40B4-BE49-F238E27FC236}">
                <a16:creationId xmlns:a16="http://schemas.microsoft.com/office/drawing/2014/main" xmlns="" id="{4AE3E20A-B84B-1636-6212-061E86FF94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1244945" y="155792"/>
            <a:ext cx="794656" cy="794656"/>
          </a:xfrm>
          <a:prstGeom prst="rect">
            <a:avLst/>
          </a:prstGeom>
        </p:spPr>
      </p:pic>
      <p:pic>
        <p:nvPicPr>
          <p:cNvPr id="12" name="Picture 11" descr="A diagram of a gene&#10;&#10;AI-generated content may be incorrect.">
            <a:extLst>
              <a:ext uri="{FF2B5EF4-FFF2-40B4-BE49-F238E27FC236}">
                <a16:creationId xmlns:a16="http://schemas.microsoft.com/office/drawing/2014/main" xmlns="" id="{F87D44CA-0A78-108E-AB90-0810BEF991E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9367" y="3429183"/>
            <a:ext cx="3458601" cy="242102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85C4C44A-80AD-0A49-D4B2-61F9E7A66D6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</p:spTree>
    <p:extLst>
      <p:ext uri="{BB962C8B-B14F-4D97-AF65-F5344CB8AC3E}">
        <p14:creationId xmlns:p14="http://schemas.microsoft.com/office/powerpoint/2010/main" val="16321672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000_topleftHeading">
            <a:extLst>
              <a:ext uri="{FF2B5EF4-FFF2-40B4-BE49-F238E27FC236}">
                <a16:creationId xmlns:a16="http://schemas.microsoft.com/office/drawing/2014/main" xmlns="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:a16="http://schemas.microsoft.com/office/drawing/2014/main" xmlns="" id="{A6AE533C-5B4F-8F93-C999-B358BF1053E4}"/>
              </a:ext>
            </a:extLst>
          </p:cNvPr>
          <p:cNvSpPr txBox="1"/>
          <p:nvPr/>
        </p:nvSpPr>
        <p:spPr>
          <a:xfrm>
            <a:off x="359228" y="765783"/>
            <a:ext cx="487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What algorithm gives highly accurate results?</a:t>
            </a:r>
            <a:endParaRPr lang="x-non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5F6B1BA-73E3-3089-C8E0-D47CAC7F3ADB}"/>
              </a:ext>
            </a:extLst>
          </p:cNvPr>
          <p:cNvSpPr txBox="1"/>
          <p:nvPr/>
        </p:nvSpPr>
        <p:spPr>
          <a:xfrm>
            <a:off x="1725375" y="1890732"/>
            <a:ext cx="6363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Algorithms give similar results, Random Forest slightly better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5A455A23-768A-7A03-BCB2-F3DD8578FAB4}"/>
              </a:ext>
            </a:extLst>
          </p:cNvPr>
          <p:cNvSpPr txBox="1"/>
          <p:nvPr/>
        </p:nvSpPr>
        <p:spPr>
          <a:xfrm>
            <a:off x="1725377" y="3028848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 improves accuracy</a:t>
            </a:r>
          </a:p>
        </p:txBody>
      </p:sp>
      <p:pic>
        <p:nvPicPr>
          <p:cNvPr id="17" name="Graphic 3">
            <a:extLst>
              <a:ext uri="{FF2B5EF4-FFF2-40B4-BE49-F238E27FC236}">
                <a16:creationId xmlns:a16="http://schemas.microsoft.com/office/drawing/2014/main" xmlns="" id="{4AE3E20A-B84B-1636-6212-061E86FF94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1244945" y="155792"/>
            <a:ext cx="794656" cy="79465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85C4C44A-80AD-0A49-D4B2-61F9E7A66D6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  <p:pic>
        <p:nvPicPr>
          <p:cNvPr id="11" name="Picture 10" descr="A computer monitor and a machine&#10;&#10;AI-generated content may be incorrect.">
            <a:extLst>
              <a:ext uri="{FF2B5EF4-FFF2-40B4-BE49-F238E27FC236}">
                <a16:creationId xmlns:a16="http://schemas.microsoft.com/office/drawing/2014/main" xmlns="" id="{1F1E104F-E4EF-4E96-52AB-9286CD7BE01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525" y="3315768"/>
            <a:ext cx="3956809" cy="276976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CF78D215-3266-DEC4-9C40-39CD48F034C1}"/>
              </a:ext>
            </a:extLst>
          </p:cNvPr>
          <p:cNvSpPr txBox="1"/>
          <p:nvPr/>
        </p:nvSpPr>
        <p:spPr>
          <a:xfrm>
            <a:off x="1725378" y="4139072"/>
            <a:ext cx="54537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 with LASSO-selected features:</a:t>
            </a:r>
          </a:p>
          <a:p>
            <a:endParaRPr lang="en-GB" dirty="0" smtClean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Precision 75.86%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ecall 95.65%</a:t>
            </a:r>
          </a:p>
          <a:p>
            <a:pPr marL="285750" indent="-285750">
              <a:buFontTx/>
              <a:buChar char="-"/>
            </a:pP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F1-score </a:t>
            </a:r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of 84.62%.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27283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000_topleftHeading">
            <a:extLst>
              <a:ext uri="{FF2B5EF4-FFF2-40B4-BE49-F238E27FC236}">
                <a16:creationId xmlns:a16="http://schemas.microsoft.com/office/drawing/2014/main" xmlns="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:a16="http://schemas.microsoft.com/office/drawing/2014/main" xmlns="" id="{A6AE533C-5B4F-8F93-C999-B358BF1053E4}"/>
              </a:ext>
            </a:extLst>
          </p:cNvPr>
          <p:cNvSpPr txBox="1"/>
          <p:nvPr/>
        </p:nvSpPr>
        <p:spPr>
          <a:xfrm>
            <a:off x="359228" y="765783"/>
            <a:ext cx="487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Can we meet important ethical principles?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5F6B1BA-73E3-3089-C8E0-D47CAC7F3ADB}"/>
              </a:ext>
            </a:extLst>
          </p:cNvPr>
          <p:cNvSpPr txBox="1"/>
          <p:nvPr/>
        </p:nvSpPr>
        <p:spPr>
          <a:xfrm>
            <a:off x="1725375" y="1890732"/>
            <a:ext cx="8623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Privacy: patient data not saved in repository</a:t>
            </a:r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, instead provided instructions 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to acquire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5A455A23-768A-7A03-BCB2-F3DD8578FAB4}"/>
              </a:ext>
            </a:extLst>
          </p:cNvPr>
          <p:cNvSpPr txBox="1"/>
          <p:nvPr/>
        </p:nvSpPr>
        <p:spPr>
          <a:xfrm>
            <a:off x="1725377" y="3105762"/>
            <a:ext cx="8273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Fairness/Bias: clinical data such as race, age, etc. was never part of the training data, only RNA-</a:t>
            </a:r>
            <a:r>
              <a:rPr lang="en-GB" dirty="0" err="1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seq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was used. Use 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clinical data to verify fairness and lack of bias</a:t>
            </a:r>
            <a:endParaRPr lang="en-GB" dirty="0" smtClean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7" name="Graphic 3">
            <a:extLst>
              <a:ext uri="{FF2B5EF4-FFF2-40B4-BE49-F238E27FC236}">
                <a16:creationId xmlns:a16="http://schemas.microsoft.com/office/drawing/2014/main" xmlns="" id="{4AE3E20A-B84B-1636-6212-061E86FF94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1244945" y="155792"/>
            <a:ext cx="794656" cy="79465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85C4C44A-80AD-0A49-D4B2-61F9E7A66D6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CF78D215-3266-DEC4-9C40-39CD48F034C1}"/>
              </a:ext>
            </a:extLst>
          </p:cNvPr>
          <p:cNvSpPr txBox="1"/>
          <p:nvPr/>
        </p:nvSpPr>
        <p:spPr>
          <a:xfrm>
            <a:off x="1725378" y="4463812"/>
            <a:ext cx="69058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Interpretability: Automated (PCA) features, problematic, discarded.</a:t>
            </a:r>
          </a:p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LASSO-selected features backed up by literature and explainable through SHAP/LIME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0" name="Picture 9" descr="A heart with a pulse line in the middle of hands&#10;&#10;AI-generated content may be incorrect.">
            <a:extLst>
              <a:ext uri="{FF2B5EF4-FFF2-40B4-BE49-F238E27FC236}">
                <a16:creationId xmlns:a16="http://schemas.microsoft.com/office/drawing/2014/main" xmlns="" id="{3FE351CC-FD39-5EFB-891F-28A87EB2FD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1250" y="3838845"/>
            <a:ext cx="3391095" cy="23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839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1128BB88-8665-F5FE-F35A-D89FFA2BF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C5CEF2F7-993F-4108-A12C-688C9F6D8F64}"/>
              </a:ext>
            </a:extLst>
          </p:cNvPr>
          <p:cNvSpPr txBox="1"/>
          <p:nvPr/>
        </p:nvSpPr>
        <p:spPr>
          <a:xfrm>
            <a:off x="2652710" y="1704983"/>
            <a:ext cx="6886576" cy="116955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Thank you for your attention</a:t>
            </a:r>
            <a:endParaRPr lang="x-none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B21F9A73-2B8E-D748-BE37-060DC98B40AA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x-none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412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876</TotalTime>
  <Words>803</Words>
  <Application>Microsoft Office PowerPoint</Application>
  <PresentationFormat>Widescreen</PresentationFormat>
  <Paragraphs>226</Paragraphs>
  <Slides>21</Slides>
  <Notes>6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Yu Gothic Light</vt:lpstr>
      <vt:lpstr>Yu Gothic UI Light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WinDoos</cp:lastModifiedBy>
  <cp:revision>15</cp:revision>
  <dcterms:created xsi:type="dcterms:W3CDTF">2025-06-04T15:47:53Z</dcterms:created>
  <dcterms:modified xsi:type="dcterms:W3CDTF">2025-06-22T14:23:38Z</dcterms:modified>
</cp:coreProperties>
</file>